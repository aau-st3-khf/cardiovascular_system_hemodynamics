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40"/>
  </p:notesMasterIdLst>
  <p:handoutMasterIdLst>
    <p:handoutMasterId r:id="rId41"/>
  </p:handoutMasterIdLst>
  <p:sldIdLst>
    <p:sldId id="378" r:id="rId5"/>
    <p:sldId id="436" r:id="rId6"/>
    <p:sldId id="446" r:id="rId7"/>
    <p:sldId id="396" r:id="rId8"/>
    <p:sldId id="398" r:id="rId9"/>
    <p:sldId id="399" r:id="rId10"/>
    <p:sldId id="400" r:id="rId11"/>
    <p:sldId id="407" r:id="rId12"/>
    <p:sldId id="403" r:id="rId13"/>
    <p:sldId id="437" r:id="rId14"/>
    <p:sldId id="401" r:id="rId15"/>
    <p:sldId id="397" r:id="rId16"/>
    <p:sldId id="405" r:id="rId17"/>
    <p:sldId id="406" r:id="rId18"/>
    <p:sldId id="408" r:id="rId19"/>
    <p:sldId id="447" r:id="rId20"/>
    <p:sldId id="411" r:id="rId21"/>
    <p:sldId id="414" r:id="rId22"/>
    <p:sldId id="448" r:id="rId23"/>
    <p:sldId id="439" r:id="rId24"/>
    <p:sldId id="412" r:id="rId25"/>
    <p:sldId id="413" r:id="rId26"/>
    <p:sldId id="418" r:id="rId27"/>
    <p:sldId id="441" r:id="rId28"/>
    <p:sldId id="450" r:id="rId29"/>
    <p:sldId id="449" r:id="rId30"/>
    <p:sldId id="421" r:id="rId31"/>
    <p:sldId id="426" r:id="rId32"/>
    <p:sldId id="416" r:id="rId33"/>
    <p:sldId id="425" r:id="rId34"/>
    <p:sldId id="431" r:id="rId35"/>
    <p:sldId id="428" r:id="rId36"/>
    <p:sldId id="429" r:id="rId37"/>
    <p:sldId id="432" r:id="rId38"/>
    <p:sldId id="433" r:id="rId39"/>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378"/>
            <p14:sldId id="436"/>
            <p14:sldId id="446"/>
            <p14:sldId id="396"/>
            <p14:sldId id="398"/>
            <p14:sldId id="399"/>
            <p14:sldId id="400"/>
            <p14:sldId id="407"/>
            <p14:sldId id="403"/>
            <p14:sldId id="437"/>
            <p14:sldId id="401"/>
            <p14:sldId id="397"/>
            <p14:sldId id="405"/>
            <p14:sldId id="406"/>
            <p14:sldId id="408"/>
            <p14:sldId id="447"/>
            <p14:sldId id="411"/>
            <p14:sldId id="414"/>
            <p14:sldId id="448"/>
            <p14:sldId id="439"/>
            <p14:sldId id="412"/>
            <p14:sldId id="413"/>
            <p14:sldId id="418"/>
            <p14:sldId id="441"/>
            <p14:sldId id="450"/>
            <p14:sldId id="449"/>
            <p14:sldId id="421"/>
            <p14:sldId id="426"/>
            <p14:sldId id="416"/>
            <p14:sldId id="425"/>
            <p14:sldId id="431"/>
            <p14:sldId id="428"/>
            <p14:sldId id="429"/>
            <p14:sldId id="432"/>
            <p14:sldId id="433"/>
          </p14:sldIdLst>
        </p14:section>
      </p14:sectionLst>
    </p:ext>
    <p:ext uri="{EFAFB233-063F-42B5-8137-9DF3F51BA10A}">
      <p15:sldGuideLst xmlns:p15="http://schemas.microsoft.com/office/powerpoint/2012/main">
        <p15:guide id="1" orient="horz" pos="2183" userDrawn="1">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DF6752"/>
    <a:srgbClr val="5E9695"/>
    <a:srgbClr val="9DBB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855F3-0933-48D8-B042-8F3A1202150A}" v="1" dt="2025-08-25T08:56:30.6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5950" autoAdjust="0"/>
  </p:normalViewPr>
  <p:slideViewPr>
    <p:cSldViewPr snapToGrid="0" snapToObjects="1">
      <p:cViewPr varScale="1">
        <p:scale>
          <a:sx n="96" d="100"/>
          <a:sy n="96" d="100"/>
        </p:scale>
        <p:origin x="1092" y="84"/>
      </p:cViewPr>
      <p:guideLst>
        <p:guide orient="horz" pos="2183"/>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123" d="100"/>
          <a:sy n="123" d="100"/>
        </p:scale>
        <p:origin x="497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48B32786-065A-4780-B6DD-3F9B534FE530}"/>
    <pc:docChg chg="undo custSel modSld">
      <pc:chgData name="Martin Siemienski Andersen" userId="3e5b9027-db81-4bdb-8ff3-173865797b46" providerId="ADAL" clId="{48B32786-065A-4780-B6DD-3F9B534FE530}" dt="2022-08-18T11:40:04.202" v="10" actId="14100"/>
      <pc:docMkLst>
        <pc:docMk/>
      </pc:docMkLst>
      <pc:sldChg chg="modSp mod">
        <pc:chgData name="Martin Siemienski Andersen" userId="3e5b9027-db81-4bdb-8ff3-173865797b46" providerId="ADAL" clId="{48B32786-065A-4780-B6DD-3F9B534FE530}" dt="2022-08-18T11:40:04.202" v="10" actId="14100"/>
        <pc:sldMkLst>
          <pc:docMk/>
          <pc:sldMk cId="2290672695" sldId="378"/>
        </pc:sldMkLst>
      </pc:sldChg>
    </pc:docChg>
  </pc:docChgLst>
  <pc:docChgLst>
    <pc:chgData name="Martin Siemienski Andersen" userId="3e5b9027-db81-4bdb-8ff3-173865797b46" providerId="ADAL" clId="{33CB239C-87B7-4B83-BFBF-A0A4E32B51C6}"/>
    <pc:docChg chg="undo custSel addSld modSld sldOrd">
      <pc:chgData name="Martin Siemienski Andersen" userId="3e5b9027-db81-4bdb-8ff3-173865797b46" providerId="ADAL" clId="{33CB239C-87B7-4B83-BFBF-A0A4E32B51C6}" dt="2024-11-22T10:10:05.767" v="24"/>
      <pc:docMkLst>
        <pc:docMk/>
      </pc:docMkLst>
      <pc:sldChg chg="modSp mod">
        <pc:chgData name="Martin Siemienski Andersen" userId="3e5b9027-db81-4bdb-8ff3-173865797b46" providerId="ADAL" clId="{33CB239C-87B7-4B83-BFBF-A0A4E32B51C6}" dt="2024-11-22T09:13:40.568" v="18" actId="20577"/>
        <pc:sldMkLst>
          <pc:docMk/>
          <pc:sldMk cId="2290672695" sldId="378"/>
        </pc:sldMkLst>
      </pc:sldChg>
      <pc:sldChg chg="ord">
        <pc:chgData name="Martin Siemienski Andersen" userId="3e5b9027-db81-4bdb-8ff3-173865797b46" providerId="ADAL" clId="{33CB239C-87B7-4B83-BFBF-A0A4E32B51C6}" dt="2024-11-22T10:09:58.132" v="23" actId="20578"/>
        <pc:sldMkLst>
          <pc:docMk/>
          <pc:sldMk cId="677483699" sldId="401"/>
        </pc:sldMkLst>
      </pc:sldChg>
      <pc:sldChg chg="mod ord modShow">
        <pc:chgData name="Martin Siemienski Andersen" userId="3e5b9027-db81-4bdb-8ff3-173865797b46" providerId="ADAL" clId="{33CB239C-87B7-4B83-BFBF-A0A4E32B51C6}" dt="2024-11-22T09:11:43.701" v="4"/>
        <pc:sldMkLst>
          <pc:docMk/>
          <pc:sldMk cId="2409744709" sldId="402"/>
        </pc:sldMkLst>
      </pc:sldChg>
      <pc:sldChg chg="modSp mod">
        <pc:chgData name="Martin Siemienski Andersen" userId="3e5b9027-db81-4bdb-8ff3-173865797b46" providerId="ADAL" clId="{33CB239C-87B7-4B83-BFBF-A0A4E32B51C6}" dt="2024-11-21T19:15:21.323" v="1"/>
        <pc:sldMkLst>
          <pc:docMk/>
          <pc:sldMk cId="412049202" sldId="403"/>
        </pc:sldMkLst>
      </pc:sldChg>
      <pc:sldChg chg="modSp mod">
        <pc:chgData name="Martin Siemienski Andersen" userId="3e5b9027-db81-4bdb-8ff3-173865797b46" providerId="ADAL" clId="{33CB239C-87B7-4B83-BFBF-A0A4E32B51C6}" dt="2024-11-22T09:52:39.909" v="20" actId="27636"/>
        <pc:sldMkLst>
          <pc:docMk/>
          <pc:sldMk cId="3312415924" sldId="411"/>
        </pc:sldMkLst>
      </pc:sldChg>
      <pc:sldChg chg="add">
        <pc:chgData name="Martin Siemienski Andersen" userId="3e5b9027-db81-4bdb-8ff3-173865797b46" providerId="ADAL" clId="{33CB239C-87B7-4B83-BFBF-A0A4E32B51C6}" dt="2024-11-22T10:10:05.767" v="24"/>
        <pc:sldMkLst>
          <pc:docMk/>
          <pc:sldMk cId="3412299068" sldId="450"/>
        </pc:sldMkLst>
      </pc:sldChg>
    </pc:docChg>
  </pc:docChgLst>
  <pc:docChgLst>
    <pc:chgData name="Martin Vandborg Andersen" userId="3e5b9027-db81-4bdb-8ff3-173865797b46" providerId="ADAL" clId="{B028E55D-0B29-41B3-B54D-1536D86D04E1}"/>
    <pc:docChg chg="undo redo custSel addSld delSld modSld sldOrd modMainMaster modSection">
      <pc:chgData name="Martin Vandborg Andersen" userId="3e5b9027-db81-4bdb-8ff3-173865797b46" providerId="ADAL" clId="{B028E55D-0B29-41B3-B54D-1536D86D04E1}" dt="2021-10-04T11:39:41.123" v="5911" actId="27636"/>
      <pc:docMkLst>
        <pc:docMk/>
      </pc:docMkLst>
      <pc:sldChg chg="modSp mod">
        <pc:chgData name="Martin Vandborg Andersen" userId="3e5b9027-db81-4bdb-8ff3-173865797b46" providerId="ADAL" clId="{B028E55D-0B29-41B3-B54D-1536D86D04E1}" dt="2021-10-04T09:21:04.815" v="5735" actId="20577"/>
        <pc:sldMkLst>
          <pc:docMk/>
          <pc:sldMk cId="2290672695" sldId="378"/>
        </pc:sldMkLst>
      </pc:sldChg>
      <pc:sldChg chg="modSp mod">
        <pc:chgData name="Martin Vandborg Andersen" userId="3e5b9027-db81-4bdb-8ff3-173865797b46" providerId="ADAL" clId="{B028E55D-0B29-41B3-B54D-1536D86D04E1}" dt="2021-10-04T09:31:00.404" v="5745" actId="15"/>
        <pc:sldMkLst>
          <pc:docMk/>
          <pc:sldMk cId="757183006" sldId="396"/>
        </pc:sldMkLst>
      </pc:sldChg>
      <pc:sldChg chg="addSp delSp modSp">
        <pc:chgData name="Martin Vandborg Andersen" userId="3e5b9027-db81-4bdb-8ff3-173865797b46" providerId="ADAL" clId="{B028E55D-0B29-41B3-B54D-1536D86D04E1}" dt="2021-10-04T09:28:47.943" v="5740" actId="18653"/>
        <pc:sldMkLst>
          <pc:docMk/>
          <pc:sldMk cId="3128016031" sldId="398"/>
        </pc:sldMkLst>
      </pc:sldChg>
      <pc:sldChg chg="modSp mod">
        <pc:chgData name="Martin Vandborg Andersen" userId="3e5b9027-db81-4bdb-8ff3-173865797b46" providerId="ADAL" clId="{B028E55D-0B29-41B3-B54D-1536D86D04E1}" dt="2021-10-04T09:37:16.132" v="5750" actId="6549"/>
        <pc:sldMkLst>
          <pc:docMk/>
          <pc:sldMk cId="1578297099" sldId="399"/>
        </pc:sldMkLst>
      </pc:sldChg>
      <pc:sldChg chg="modNotesTx">
        <pc:chgData name="Martin Vandborg Andersen" userId="3e5b9027-db81-4bdb-8ff3-173865797b46" providerId="ADAL" clId="{B028E55D-0B29-41B3-B54D-1536D86D04E1}" dt="2021-10-04T10:09:23.052" v="5786" actId="20577"/>
        <pc:sldMkLst>
          <pc:docMk/>
          <pc:sldMk cId="1028375343" sldId="400"/>
        </pc:sldMkLst>
      </pc:sldChg>
      <pc:sldChg chg="modNotesTx">
        <pc:chgData name="Martin Vandborg Andersen" userId="3e5b9027-db81-4bdb-8ff3-173865797b46" providerId="ADAL" clId="{B028E55D-0B29-41B3-B54D-1536D86D04E1}" dt="2021-10-04T10:12:29.050" v="5867" actId="20577"/>
        <pc:sldMkLst>
          <pc:docMk/>
          <pc:sldMk cId="412049202" sldId="403"/>
        </pc:sldMkLst>
      </pc:sldChg>
      <pc:sldChg chg="ord">
        <pc:chgData name="Martin Vandborg Andersen" userId="3e5b9027-db81-4bdb-8ff3-173865797b46" providerId="ADAL" clId="{B028E55D-0B29-41B3-B54D-1536D86D04E1}" dt="2021-10-04T10:16:10.752" v="5871"/>
        <pc:sldMkLst>
          <pc:docMk/>
          <pc:sldMk cId="1984343715" sldId="404"/>
        </pc:sldMkLst>
      </pc:sldChg>
      <pc:sldChg chg="modSp mod">
        <pc:chgData name="Martin Vandborg Andersen" userId="3e5b9027-db81-4bdb-8ff3-173865797b46" providerId="ADAL" clId="{B028E55D-0B29-41B3-B54D-1536D86D04E1}" dt="2021-10-04T10:16:24.544" v="5872" actId="20577"/>
        <pc:sldMkLst>
          <pc:docMk/>
          <pc:sldMk cId="1453798447" sldId="405"/>
        </pc:sldMkLst>
      </pc:sldChg>
      <pc:sldChg chg="modSp mod">
        <pc:chgData name="Martin Vandborg Andersen" userId="3e5b9027-db81-4bdb-8ff3-173865797b46" providerId="ADAL" clId="{B028E55D-0B29-41B3-B54D-1536D86D04E1}" dt="2021-10-04T10:17:31.878" v="5873" actId="20577"/>
        <pc:sldMkLst>
          <pc:docMk/>
          <pc:sldMk cId="2958543165" sldId="406"/>
        </pc:sldMkLst>
      </pc:sldChg>
      <pc:sldChg chg="delSp modSp mod">
        <pc:chgData name="Martin Vandborg Andersen" userId="3e5b9027-db81-4bdb-8ff3-173865797b46" providerId="ADAL" clId="{B028E55D-0B29-41B3-B54D-1536D86D04E1}" dt="2021-09-30T09:00:01.642" v="2112" actId="27636"/>
        <pc:sldMkLst>
          <pc:docMk/>
          <pc:sldMk cId="3312415924" sldId="411"/>
        </pc:sldMkLst>
      </pc:sldChg>
      <pc:sldChg chg="modSp mod">
        <pc:chgData name="Martin Vandborg Andersen" userId="3e5b9027-db81-4bdb-8ff3-173865797b46" providerId="ADAL" clId="{B028E55D-0B29-41B3-B54D-1536D86D04E1}" dt="2021-10-04T10:20:07.293" v="5874" actId="20577"/>
        <pc:sldMkLst>
          <pc:docMk/>
          <pc:sldMk cId="3694537615" sldId="413"/>
        </pc:sldMkLst>
      </pc:sldChg>
      <pc:sldChg chg="modSp mod">
        <pc:chgData name="Martin Vandborg Andersen" userId="3e5b9027-db81-4bdb-8ff3-173865797b46" providerId="ADAL" clId="{B028E55D-0B29-41B3-B54D-1536D86D04E1}" dt="2021-09-30T09:01:08.594" v="2223" actId="20577"/>
        <pc:sldMkLst>
          <pc:docMk/>
          <pc:sldMk cId="3276452613" sldId="414"/>
        </pc:sldMkLst>
      </pc:sldChg>
      <pc:sldChg chg="modSp mod">
        <pc:chgData name="Martin Vandborg Andersen" userId="3e5b9027-db81-4bdb-8ff3-173865797b46" providerId="ADAL" clId="{B028E55D-0B29-41B3-B54D-1536D86D04E1}" dt="2021-10-04T10:25:28.023" v="5896" actId="6549"/>
        <pc:sldMkLst>
          <pc:docMk/>
          <pc:sldMk cId="2770178113" sldId="418"/>
        </pc:sldMkLst>
      </pc:sldChg>
      <pc:sldChg chg="modSp mod">
        <pc:chgData name="Martin Vandborg Andersen" userId="3e5b9027-db81-4bdb-8ff3-173865797b46" providerId="ADAL" clId="{B028E55D-0B29-41B3-B54D-1536D86D04E1}" dt="2021-09-30T08:05:01.605" v="1813" actId="113"/>
        <pc:sldMkLst>
          <pc:docMk/>
          <pc:sldMk cId="89907043" sldId="419"/>
        </pc:sldMkLst>
      </pc:sldChg>
      <pc:sldChg chg="addSp delSp modSp mod">
        <pc:chgData name="Martin Vandborg Andersen" userId="3e5b9027-db81-4bdb-8ff3-173865797b46" providerId="ADAL" clId="{B028E55D-0B29-41B3-B54D-1536D86D04E1}" dt="2021-10-04T10:22:05.996" v="5880" actId="1076"/>
        <pc:sldMkLst>
          <pc:docMk/>
          <pc:sldMk cId="934303353" sldId="420"/>
        </pc:sldMkLst>
      </pc:sldChg>
      <pc:sldChg chg="addSp modSp modAnim">
        <pc:chgData name="Martin Vandborg Andersen" userId="3e5b9027-db81-4bdb-8ff3-173865797b46" providerId="ADAL" clId="{B028E55D-0B29-41B3-B54D-1536D86D04E1}" dt="2021-10-04T10:24:24.950" v="5895"/>
        <pc:sldMkLst>
          <pc:docMk/>
          <pc:sldMk cId="3132342463" sldId="421"/>
        </pc:sldMkLst>
      </pc:sldChg>
      <pc:sldChg chg="addSp delSp modSp mod">
        <pc:chgData name="Martin Vandborg Andersen" userId="3e5b9027-db81-4bdb-8ff3-173865797b46" providerId="ADAL" clId="{B028E55D-0B29-41B3-B54D-1536D86D04E1}" dt="2021-09-30T13:37:30.387" v="5698" actId="21"/>
        <pc:sldMkLst>
          <pc:docMk/>
          <pc:sldMk cId="4128523194" sldId="423"/>
        </pc:sldMkLst>
      </pc:sldChg>
      <pc:sldChg chg="modSp mod">
        <pc:chgData name="Martin Vandborg Andersen" userId="3e5b9027-db81-4bdb-8ff3-173865797b46" providerId="ADAL" clId="{B028E55D-0B29-41B3-B54D-1536D86D04E1}" dt="2021-10-04T11:39:41.123" v="5911" actId="27636"/>
        <pc:sldMkLst>
          <pc:docMk/>
          <pc:sldMk cId="3475746141" sldId="424"/>
        </pc:sldMkLst>
      </pc:sldChg>
      <pc:sldChg chg="addSp delSp modSp new mod">
        <pc:chgData name="Martin Vandborg Andersen" userId="3e5b9027-db81-4bdb-8ff3-173865797b46" providerId="ADAL" clId="{B028E55D-0B29-41B3-B54D-1536D86D04E1}" dt="2021-09-29T14:08:30.330" v="257" actId="1076"/>
        <pc:sldMkLst>
          <pc:docMk/>
          <pc:sldMk cId="234187206" sldId="428"/>
        </pc:sldMkLst>
      </pc:sldChg>
      <pc:sldChg chg="addSp delSp modSp new mod">
        <pc:chgData name="Martin Vandborg Andersen" userId="3e5b9027-db81-4bdb-8ff3-173865797b46" providerId="ADAL" clId="{B028E55D-0B29-41B3-B54D-1536D86D04E1}" dt="2021-09-30T09:51:43.638" v="3202" actId="313"/>
        <pc:sldMkLst>
          <pc:docMk/>
          <pc:sldMk cId="2525923272" sldId="429"/>
        </pc:sldMkLst>
      </pc:sldChg>
      <pc:sldChg chg="addSp delSp modSp new mod">
        <pc:chgData name="Martin Vandborg Andersen" userId="3e5b9027-db81-4bdb-8ff3-173865797b46" providerId="ADAL" clId="{B028E55D-0B29-41B3-B54D-1536D86D04E1}" dt="2021-09-30T09:51:25.007" v="3197" actId="20577"/>
        <pc:sldMkLst>
          <pc:docMk/>
          <pc:sldMk cId="4029511585" sldId="430"/>
        </pc:sldMkLst>
      </pc:sldChg>
      <pc:sldChg chg="addSp modSp new mod">
        <pc:chgData name="Martin Vandborg Andersen" userId="3e5b9027-db81-4bdb-8ff3-173865797b46" providerId="ADAL" clId="{B028E55D-0B29-41B3-B54D-1536D86D04E1}" dt="2021-09-29T14:45:08.846" v="992" actId="20577"/>
        <pc:sldMkLst>
          <pc:docMk/>
          <pc:sldMk cId="4265244297" sldId="431"/>
        </pc:sldMkLst>
      </pc:sldChg>
      <pc:sldChg chg="addSp delSp modSp new mod delAnim modAnim">
        <pc:chgData name="Martin Vandborg Andersen" userId="3e5b9027-db81-4bdb-8ff3-173865797b46" providerId="ADAL" clId="{B028E55D-0B29-41B3-B54D-1536D86D04E1}" dt="2021-09-30T07:56:13.302" v="1540"/>
        <pc:sldMkLst>
          <pc:docMk/>
          <pc:sldMk cId="758675586" sldId="432"/>
        </pc:sldMkLst>
      </pc:sldChg>
      <pc:sldChg chg="addSp delSp modSp add del mod">
        <pc:chgData name="Martin Vandborg Andersen" userId="3e5b9027-db81-4bdb-8ff3-173865797b46" providerId="ADAL" clId="{B028E55D-0B29-41B3-B54D-1536D86D04E1}" dt="2021-09-30T07:44:05.511" v="1338" actId="47"/>
        <pc:sldMkLst>
          <pc:docMk/>
          <pc:sldMk cId="2202900930" sldId="433"/>
        </pc:sldMkLst>
      </pc:sldChg>
      <pc:sldChg chg="addSp delSp modSp add mod modAnim">
        <pc:chgData name="Martin Vandborg Andersen" userId="3e5b9027-db81-4bdb-8ff3-173865797b46" providerId="ADAL" clId="{B028E55D-0B29-41B3-B54D-1536D86D04E1}" dt="2021-09-30T08:00:29.342" v="1630" actId="20577"/>
        <pc:sldMkLst>
          <pc:docMk/>
          <pc:sldMk cId="2478425941" sldId="433"/>
        </pc:sldMkLst>
      </pc:sldChg>
      <pc:sldChg chg="modSp add del mod">
        <pc:chgData name="Martin Vandborg Andersen" userId="3e5b9027-db81-4bdb-8ff3-173865797b46" providerId="ADAL" clId="{B028E55D-0B29-41B3-B54D-1536D86D04E1}" dt="2021-09-30T07:48:00.969" v="1402" actId="47"/>
        <pc:sldMkLst>
          <pc:docMk/>
          <pc:sldMk cId="3164165918" sldId="433"/>
        </pc:sldMkLst>
      </pc:sldChg>
      <pc:sldChg chg="add del">
        <pc:chgData name="Martin Vandborg Andersen" userId="3e5b9027-db81-4bdb-8ff3-173865797b46" providerId="ADAL" clId="{B028E55D-0B29-41B3-B54D-1536D86D04E1}" dt="2021-09-30T07:58:59.574" v="1601"/>
        <pc:sldMkLst>
          <pc:docMk/>
          <pc:sldMk cId="1792946862" sldId="434"/>
        </pc:sldMkLst>
      </pc:sldChg>
      <pc:sldChg chg="modSp new mod">
        <pc:chgData name="Martin Vandborg Andersen" userId="3e5b9027-db81-4bdb-8ff3-173865797b46" providerId="ADAL" clId="{B028E55D-0B29-41B3-B54D-1536D86D04E1}" dt="2021-09-30T08:33:19.535" v="1887" actId="20577"/>
        <pc:sldMkLst>
          <pc:docMk/>
          <pc:sldMk cId="2630177423" sldId="434"/>
        </pc:sldMkLst>
      </pc:sldChg>
      <pc:sldChg chg="addSp delSp modSp new mod">
        <pc:chgData name="Martin Vandborg Andersen" userId="3e5b9027-db81-4bdb-8ff3-173865797b46" providerId="ADAL" clId="{B028E55D-0B29-41B3-B54D-1536D86D04E1}" dt="2021-09-30T13:40:24.641" v="5733" actId="14100"/>
        <pc:sldMkLst>
          <pc:docMk/>
          <pc:sldMk cId="3349780897" sldId="435"/>
        </pc:sldMkLst>
      </pc:sldChg>
      <pc:sldChg chg="new del">
        <pc:chgData name="Martin Vandborg Andersen" userId="3e5b9027-db81-4bdb-8ff3-173865797b46" providerId="ADAL" clId="{B028E55D-0B29-41B3-B54D-1536D86D04E1}" dt="2021-09-30T09:03:09.207" v="2225" actId="47"/>
        <pc:sldMkLst>
          <pc:docMk/>
          <pc:sldMk cId="226623471" sldId="436"/>
        </pc:sldMkLst>
      </pc:sldChg>
      <pc:sldChg chg="modSp new mod">
        <pc:chgData name="Martin Vandborg Andersen" userId="3e5b9027-db81-4bdb-8ff3-173865797b46" providerId="ADAL" clId="{B028E55D-0B29-41B3-B54D-1536D86D04E1}" dt="2021-09-30T11:26:17.912" v="3734" actId="313"/>
        <pc:sldMkLst>
          <pc:docMk/>
          <pc:sldMk cId="489641976" sldId="436"/>
        </pc:sldMkLst>
      </pc:sldChg>
      <pc:sldChg chg="new del">
        <pc:chgData name="Martin Vandborg Andersen" userId="3e5b9027-db81-4bdb-8ff3-173865797b46" providerId="ADAL" clId="{B028E55D-0B29-41B3-B54D-1536D86D04E1}" dt="2021-10-04T10:25:57.312" v="5897" actId="47"/>
        <pc:sldMkLst>
          <pc:docMk/>
          <pc:sldMk cId="1896017442" sldId="437"/>
        </pc:sldMkLst>
      </pc:sldChg>
      <pc:sldChg chg="new del">
        <pc:chgData name="Martin Vandborg Andersen" userId="3e5b9027-db81-4bdb-8ff3-173865797b46" providerId="ADAL" clId="{B028E55D-0B29-41B3-B54D-1536D86D04E1}" dt="2021-10-04T10:23:16.797" v="5888" actId="680"/>
        <pc:sldMkLst>
          <pc:docMk/>
          <pc:sldMk cId="3575214233" sldId="438"/>
        </pc:sldMkLst>
      </pc:sldChg>
      <pc:sldMasterChg chg="modSldLayout">
        <pc:chgData name="Martin Vandborg Andersen" userId="3e5b9027-db81-4bdb-8ff3-173865797b46" providerId="ADAL" clId="{B028E55D-0B29-41B3-B54D-1536D86D04E1}" dt="2021-09-30T09:03:39.635" v="2228" actId="1076"/>
        <pc:sldMasterMkLst>
          <pc:docMk/>
          <pc:sldMasterMk cId="1377184672" sldId="2147484005"/>
        </pc:sldMasterMkLst>
        <pc:sldLayoutChg chg="addSp modSp mod">
          <pc:chgData name="Martin Vandborg Andersen" userId="3e5b9027-db81-4bdb-8ff3-173865797b46" providerId="ADAL" clId="{B028E55D-0B29-41B3-B54D-1536D86D04E1}" dt="2021-09-30T09:03:39.635" v="2228" actId="1076"/>
          <pc:sldLayoutMkLst>
            <pc:docMk/>
            <pc:sldMasterMk cId="1377184672" sldId="2147484005"/>
            <pc:sldLayoutMk cId="3254768819" sldId="2147484057"/>
          </pc:sldLayoutMkLst>
        </pc:sldLayoutChg>
      </pc:sldMasterChg>
    </pc:docChg>
  </pc:docChgLst>
  <pc:docChgLst>
    <pc:chgData name="Martin Siemienski Andersen" userId="3e5b9027-db81-4bdb-8ff3-173865797b46" providerId="ADAL" clId="{79B62254-283A-450F-B4DA-F86327FAC89F}"/>
    <pc:docChg chg="undo custSel addSld modSld">
      <pc:chgData name="Martin Siemienski Andersen" userId="3e5b9027-db81-4bdb-8ff3-173865797b46" providerId="ADAL" clId="{79B62254-283A-450F-B4DA-F86327FAC89F}" dt="2023-11-16T10:29:35.588" v="224" actId="20577"/>
      <pc:docMkLst>
        <pc:docMk/>
      </pc:docMkLst>
      <pc:sldChg chg="modSp mod">
        <pc:chgData name="Martin Siemienski Andersen" userId="3e5b9027-db81-4bdb-8ff3-173865797b46" providerId="ADAL" clId="{79B62254-283A-450F-B4DA-F86327FAC89F}" dt="2023-11-16T10:29:35.588" v="224" actId="20577"/>
        <pc:sldMkLst>
          <pc:docMk/>
          <pc:sldMk cId="3276452613" sldId="414"/>
        </pc:sldMkLst>
      </pc:sldChg>
      <pc:sldChg chg="modSp add mod modShow">
        <pc:chgData name="Martin Siemienski Andersen" userId="3e5b9027-db81-4bdb-8ff3-173865797b46" providerId="ADAL" clId="{79B62254-283A-450F-B4DA-F86327FAC89F}" dt="2023-11-16T10:29:09.582" v="182" actId="729"/>
        <pc:sldMkLst>
          <pc:docMk/>
          <pc:sldMk cId="129719345" sldId="445"/>
        </pc:sldMkLst>
      </pc:sldChg>
    </pc:docChg>
  </pc:docChgLst>
  <pc:docChgLst>
    <pc:chgData name="Martin Vandborg Andersen" userId="3e5b9027-db81-4bdb-8ff3-173865797b46" providerId="ADAL" clId="{FA88B5FD-76F0-4BB0-B994-A3E2F24F3BB4}"/>
    <pc:docChg chg="undo custSel addSld delSld modSld sldOrd modSection">
      <pc:chgData name="Martin Vandborg Andersen" userId="3e5b9027-db81-4bdb-8ff3-173865797b46" providerId="ADAL" clId="{FA88B5FD-76F0-4BB0-B994-A3E2F24F3BB4}" dt="2021-09-29T12:57:28.769" v="2819" actId="1076"/>
      <pc:docMkLst>
        <pc:docMk/>
      </pc:docMkLst>
      <pc:sldChg chg="addSp delSp modSp mod ord">
        <pc:chgData name="Martin Vandborg Andersen" userId="3e5b9027-db81-4bdb-8ff3-173865797b46" providerId="ADAL" clId="{FA88B5FD-76F0-4BB0-B994-A3E2F24F3BB4}" dt="2021-09-29T11:18:45.363" v="758" actId="20577"/>
        <pc:sldMkLst>
          <pc:docMk/>
          <pc:sldMk cId="1777432922" sldId="415"/>
        </pc:sldMkLst>
      </pc:sldChg>
      <pc:sldChg chg="addSp delSp modSp mod">
        <pc:chgData name="Martin Vandborg Andersen" userId="3e5b9027-db81-4bdb-8ff3-173865797b46" providerId="ADAL" clId="{FA88B5FD-76F0-4BB0-B994-A3E2F24F3BB4}" dt="2021-09-29T12:47:57.699" v="2723" actId="478"/>
        <pc:sldMkLst>
          <pc:docMk/>
          <pc:sldMk cId="780421916" sldId="416"/>
        </pc:sldMkLst>
      </pc:sldChg>
      <pc:sldChg chg="del">
        <pc:chgData name="Martin Vandborg Andersen" userId="3e5b9027-db81-4bdb-8ff3-173865797b46" providerId="ADAL" clId="{FA88B5FD-76F0-4BB0-B994-A3E2F24F3BB4}" dt="2021-09-29T11:20:01.159" v="773" actId="47"/>
        <pc:sldMkLst>
          <pc:docMk/>
          <pc:sldMk cId="2811187915" sldId="417"/>
        </pc:sldMkLst>
      </pc:sldChg>
      <pc:sldChg chg="addSp delSp modSp new mod">
        <pc:chgData name="Martin Vandborg Andersen" userId="3e5b9027-db81-4bdb-8ff3-173865797b46" providerId="ADAL" clId="{FA88B5FD-76F0-4BB0-B994-A3E2F24F3BB4}" dt="2021-09-29T11:08:29.931" v="399" actId="20577"/>
        <pc:sldMkLst>
          <pc:docMk/>
          <pc:sldMk cId="934303353" sldId="420"/>
        </pc:sldMkLst>
      </pc:sldChg>
      <pc:sldChg chg="addSp delSp modSp add mod">
        <pc:chgData name="Martin Vandborg Andersen" userId="3e5b9027-db81-4bdb-8ff3-173865797b46" providerId="ADAL" clId="{FA88B5FD-76F0-4BB0-B994-A3E2F24F3BB4}" dt="2021-09-29T11:08:38.601" v="400"/>
        <pc:sldMkLst>
          <pc:docMk/>
          <pc:sldMk cId="3132342463" sldId="421"/>
        </pc:sldMkLst>
      </pc:sldChg>
      <pc:sldChg chg="new del">
        <pc:chgData name="Martin Vandborg Andersen" userId="3e5b9027-db81-4bdb-8ff3-173865797b46" providerId="ADAL" clId="{FA88B5FD-76F0-4BB0-B994-A3E2F24F3BB4}" dt="2021-09-29T11:19:07.527" v="759" actId="47"/>
        <pc:sldMkLst>
          <pc:docMk/>
          <pc:sldMk cId="1837915806" sldId="422"/>
        </pc:sldMkLst>
      </pc:sldChg>
      <pc:sldChg chg="modSp add mod">
        <pc:chgData name="Martin Vandborg Andersen" userId="3e5b9027-db81-4bdb-8ff3-173865797b46" providerId="ADAL" clId="{FA88B5FD-76F0-4BB0-B994-A3E2F24F3BB4}" dt="2021-09-29T11:19:43.245" v="772" actId="20577"/>
        <pc:sldMkLst>
          <pc:docMk/>
          <pc:sldMk cId="4071748584" sldId="422"/>
        </pc:sldMkLst>
      </pc:sldChg>
      <pc:sldChg chg="modSp new mod">
        <pc:chgData name="Martin Vandborg Andersen" userId="3e5b9027-db81-4bdb-8ff3-173865797b46" providerId="ADAL" clId="{FA88B5FD-76F0-4BB0-B994-A3E2F24F3BB4}" dt="2021-09-29T11:58:01.413" v="2051" actId="20577"/>
        <pc:sldMkLst>
          <pc:docMk/>
          <pc:sldMk cId="4128523194" sldId="423"/>
        </pc:sldMkLst>
      </pc:sldChg>
      <pc:sldChg chg="modSp add mod">
        <pc:chgData name="Martin Vandborg Andersen" userId="3e5b9027-db81-4bdb-8ff3-173865797b46" providerId="ADAL" clId="{FA88B5FD-76F0-4BB0-B994-A3E2F24F3BB4}" dt="2021-09-29T12:11:16.944" v="2186" actId="20577"/>
        <pc:sldMkLst>
          <pc:docMk/>
          <pc:sldMk cId="3475746141" sldId="424"/>
        </pc:sldMkLst>
      </pc:sldChg>
      <pc:sldChg chg="modSp add">
        <pc:chgData name="Martin Vandborg Andersen" userId="3e5b9027-db81-4bdb-8ff3-173865797b46" providerId="ADAL" clId="{FA88B5FD-76F0-4BB0-B994-A3E2F24F3BB4}" dt="2021-09-29T12:57:28.769" v="2819" actId="1076"/>
        <pc:sldMkLst>
          <pc:docMk/>
          <pc:sldMk cId="3358184283" sldId="425"/>
        </pc:sldMkLst>
      </pc:sldChg>
      <pc:sldChg chg="addSp delSp modSp new mod">
        <pc:chgData name="Martin Vandborg Andersen" userId="3e5b9027-db81-4bdb-8ff3-173865797b46" providerId="ADAL" clId="{FA88B5FD-76F0-4BB0-B994-A3E2F24F3BB4}" dt="2021-09-29T12:43:26.522" v="2583" actId="20577"/>
        <pc:sldMkLst>
          <pc:docMk/>
          <pc:sldMk cId="3784425944" sldId="426"/>
        </pc:sldMkLst>
      </pc:sldChg>
      <pc:sldChg chg="new del">
        <pc:chgData name="Martin Vandborg Andersen" userId="3e5b9027-db81-4bdb-8ff3-173865797b46" providerId="ADAL" clId="{FA88B5FD-76F0-4BB0-B994-A3E2F24F3BB4}" dt="2021-09-29T12:40:33.849" v="2376" actId="680"/>
        <pc:sldMkLst>
          <pc:docMk/>
          <pc:sldMk cId="4191557916" sldId="426"/>
        </pc:sldMkLst>
      </pc:sldChg>
      <pc:sldChg chg="new del">
        <pc:chgData name="Martin Vandborg Andersen" userId="3e5b9027-db81-4bdb-8ff3-173865797b46" providerId="ADAL" clId="{FA88B5FD-76F0-4BB0-B994-A3E2F24F3BB4}" dt="2021-09-29T12:40:29.697" v="2374" actId="680"/>
        <pc:sldMkLst>
          <pc:docMk/>
          <pc:sldMk cId="4275917619" sldId="426"/>
        </pc:sldMkLst>
      </pc:sldChg>
      <pc:sldChg chg="modSp new mod">
        <pc:chgData name="Martin Vandborg Andersen" userId="3e5b9027-db81-4bdb-8ff3-173865797b46" providerId="ADAL" clId="{FA88B5FD-76F0-4BB0-B994-A3E2F24F3BB4}" dt="2021-09-29T12:52:34.462" v="2816" actId="20577"/>
        <pc:sldMkLst>
          <pc:docMk/>
          <pc:sldMk cId="1901591166" sldId="427"/>
        </pc:sldMkLst>
      </pc:sldChg>
    </pc:docChg>
  </pc:docChgLst>
  <pc:docChgLst>
    <pc:chgData name="Martin Siemienski Andersen" userId="3e5b9027-db81-4bdb-8ff3-173865797b46" providerId="ADAL" clId="{68CB60D0-8E34-4DF3-896A-384CDBD804A5}"/>
    <pc:docChg chg="undo custSel addSld delSld modSld modSection">
      <pc:chgData name="Martin Siemienski Andersen" userId="3e5b9027-db81-4bdb-8ff3-173865797b46" providerId="ADAL" clId="{68CB60D0-8E34-4DF3-896A-384CDBD804A5}" dt="2023-11-11T22:07:10.929" v="1799" actId="20577"/>
      <pc:docMkLst>
        <pc:docMk/>
      </pc:docMkLst>
      <pc:sldChg chg="mod modShow">
        <pc:chgData name="Martin Siemienski Andersen" userId="3e5b9027-db81-4bdb-8ff3-173865797b46" providerId="ADAL" clId="{68CB60D0-8E34-4DF3-896A-384CDBD804A5}" dt="2023-11-11T20:37:47.466" v="330" actId="729"/>
        <pc:sldMkLst>
          <pc:docMk/>
          <pc:sldMk cId="3973313993" sldId="394"/>
        </pc:sldMkLst>
      </pc:sldChg>
      <pc:sldChg chg="del">
        <pc:chgData name="Martin Siemienski Andersen" userId="3e5b9027-db81-4bdb-8ff3-173865797b46" providerId="ADAL" clId="{68CB60D0-8E34-4DF3-896A-384CDBD804A5}" dt="2023-11-11T20:10:49.563" v="0" actId="47"/>
        <pc:sldMkLst>
          <pc:docMk/>
          <pc:sldMk cId="4249118000" sldId="395"/>
        </pc:sldMkLst>
      </pc:sldChg>
      <pc:sldChg chg="modSp mod">
        <pc:chgData name="Martin Siemienski Andersen" userId="3e5b9027-db81-4bdb-8ff3-173865797b46" providerId="ADAL" clId="{68CB60D0-8E34-4DF3-896A-384CDBD804A5}" dt="2023-11-11T20:13:34.590" v="2" actId="5793"/>
        <pc:sldMkLst>
          <pc:docMk/>
          <pc:sldMk cId="757183006" sldId="396"/>
        </pc:sldMkLst>
      </pc:sldChg>
      <pc:sldChg chg="modNotesTx">
        <pc:chgData name="Martin Siemienski Andersen" userId="3e5b9027-db81-4bdb-8ff3-173865797b46" providerId="ADAL" clId="{68CB60D0-8E34-4DF3-896A-384CDBD804A5}" dt="2023-11-11T20:26:16.851" v="203" actId="20577"/>
        <pc:sldMkLst>
          <pc:docMk/>
          <pc:sldMk cId="1060127659" sldId="397"/>
        </pc:sldMkLst>
      </pc:sldChg>
      <pc:sldChg chg="modNotesTx">
        <pc:chgData name="Martin Siemienski Andersen" userId="3e5b9027-db81-4bdb-8ff3-173865797b46" providerId="ADAL" clId="{68CB60D0-8E34-4DF3-896A-384CDBD804A5}" dt="2023-11-11T20:25:17.526" v="201" actId="20577"/>
        <pc:sldMkLst>
          <pc:docMk/>
          <pc:sldMk cId="677483699" sldId="401"/>
        </pc:sldMkLst>
      </pc:sldChg>
      <pc:sldChg chg="modNotesTx">
        <pc:chgData name="Martin Siemienski Andersen" userId="3e5b9027-db81-4bdb-8ff3-173865797b46" providerId="ADAL" clId="{68CB60D0-8E34-4DF3-896A-384CDBD804A5}" dt="2023-11-11T20:22:10.072" v="19" actId="6549"/>
        <pc:sldMkLst>
          <pc:docMk/>
          <pc:sldMk cId="412049202" sldId="403"/>
        </pc:sldMkLst>
      </pc:sldChg>
      <pc:sldChg chg="modSp mod setBg">
        <pc:chgData name="Martin Siemienski Andersen" userId="3e5b9027-db81-4bdb-8ff3-173865797b46" providerId="ADAL" clId="{68CB60D0-8E34-4DF3-896A-384CDBD804A5}" dt="2023-11-11T20:22:49.756" v="27" actId="20577"/>
        <pc:sldMkLst>
          <pc:docMk/>
          <pc:sldMk cId="1984343715" sldId="404"/>
        </pc:sldMkLst>
      </pc:sldChg>
      <pc:sldChg chg="modNotesTx">
        <pc:chgData name="Martin Siemienski Andersen" userId="3e5b9027-db81-4bdb-8ff3-173865797b46" providerId="ADAL" clId="{68CB60D0-8E34-4DF3-896A-384CDBD804A5}" dt="2023-11-11T20:33:48.768" v="271"/>
        <pc:sldMkLst>
          <pc:docMk/>
          <pc:sldMk cId="1453798447" sldId="405"/>
        </pc:sldMkLst>
      </pc:sldChg>
      <pc:sldChg chg="addSp delSp modSp mod modNotesTx">
        <pc:chgData name="Martin Siemienski Andersen" userId="3e5b9027-db81-4bdb-8ff3-173865797b46" providerId="ADAL" clId="{68CB60D0-8E34-4DF3-896A-384CDBD804A5}" dt="2023-11-11T20:36:29.059" v="314" actId="20577"/>
        <pc:sldMkLst>
          <pc:docMk/>
          <pc:sldMk cId="2958543165" sldId="406"/>
        </pc:sldMkLst>
      </pc:sldChg>
      <pc:sldChg chg="addSp delSp modSp mod">
        <pc:chgData name="Martin Siemienski Andersen" userId="3e5b9027-db81-4bdb-8ff3-173865797b46" providerId="ADAL" clId="{68CB60D0-8E34-4DF3-896A-384CDBD804A5}" dt="2023-11-11T20:37:03.922" v="317" actId="21"/>
        <pc:sldMkLst>
          <pc:docMk/>
          <pc:sldMk cId="3743427267" sldId="408"/>
        </pc:sldMkLst>
      </pc:sldChg>
      <pc:sldChg chg="addSp modSp mod">
        <pc:chgData name="Martin Siemienski Andersen" userId="3e5b9027-db81-4bdb-8ff3-173865797b46" providerId="ADAL" clId="{68CB60D0-8E34-4DF3-896A-384CDBD804A5}" dt="2023-11-11T20:42:07.340" v="333" actId="14100"/>
        <pc:sldMkLst>
          <pc:docMk/>
          <pc:sldMk cId="3312415924" sldId="411"/>
        </pc:sldMkLst>
      </pc:sldChg>
      <pc:sldChg chg="modNotesTx">
        <pc:chgData name="Martin Siemienski Andersen" userId="3e5b9027-db81-4bdb-8ff3-173865797b46" providerId="ADAL" clId="{68CB60D0-8E34-4DF3-896A-384CDBD804A5}" dt="2023-11-11T20:53:57.624" v="567"/>
        <pc:sldMkLst>
          <pc:docMk/>
          <pc:sldMk cId="3694537615" sldId="413"/>
        </pc:sldMkLst>
      </pc:sldChg>
      <pc:sldChg chg="modNotesTx">
        <pc:chgData name="Martin Siemienski Andersen" userId="3e5b9027-db81-4bdb-8ff3-173865797b46" providerId="ADAL" clId="{68CB60D0-8E34-4DF3-896A-384CDBD804A5}" dt="2023-11-11T20:59:04.844" v="604" actId="20577"/>
        <pc:sldMkLst>
          <pc:docMk/>
          <pc:sldMk cId="3276452613" sldId="414"/>
        </pc:sldMkLst>
      </pc:sldChg>
      <pc:sldChg chg="modSp">
        <pc:chgData name="Martin Siemienski Andersen" userId="3e5b9027-db81-4bdb-8ff3-173865797b46" providerId="ADAL" clId="{68CB60D0-8E34-4DF3-896A-384CDBD804A5}" dt="2023-11-11T21:30:08.526" v="1152"/>
        <pc:sldMkLst>
          <pc:docMk/>
          <pc:sldMk cId="1777432922" sldId="415"/>
        </pc:sldMkLst>
      </pc:sldChg>
      <pc:sldChg chg="delSp mod">
        <pc:chgData name="Martin Siemienski Andersen" userId="3e5b9027-db81-4bdb-8ff3-173865797b46" providerId="ADAL" clId="{68CB60D0-8E34-4DF3-896A-384CDBD804A5}" dt="2023-11-11T21:34:32.890" v="1195" actId="478"/>
        <pc:sldMkLst>
          <pc:docMk/>
          <pc:sldMk cId="780421916" sldId="416"/>
        </pc:sldMkLst>
      </pc:sldChg>
      <pc:sldChg chg="modNotesTx">
        <pc:chgData name="Martin Siemienski Andersen" userId="3e5b9027-db81-4bdb-8ff3-173865797b46" providerId="ADAL" clId="{68CB60D0-8E34-4DF3-896A-384CDBD804A5}" dt="2023-11-11T21:00:01.649" v="705" actId="20577"/>
        <pc:sldMkLst>
          <pc:docMk/>
          <pc:sldMk cId="2770178113" sldId="418"/>
        </pc:sldMkLst>
      </pc:sldChg>
      <pc:sldChg chg="mod modShow">
        <pc:chgData name="Martin Siemienski Andersen" userId="3e5b9027-db81-4bdb-8ff3-173865797b46" providerId="ADAL" clId="{68CB60D0-8E34-4DF3-896A-384CDBD804A5}" dt="2023-11-11T20:37:42.871" v="329" actId="729"/>
        <pc:sldMkLst>
          <pc:docMk/>
          <pc:sldMk cId="89907043" sldId="419"/>
        </pc:sldMkLst>
      </pc:sldChg>
      <pc:sldChg chg="modSp mod">
        <pc:chgData name="Martin Siemienski Andersen" userId="3e5b9027-db81-4bdb-8ff3-173865797b46" providerId="ADAL" clId="{68CB60D0-8E34-4DF3-896A-384CDBD804A5}" dt="2023-11-11T21:01:56.809" v="857" actId="20577"/>
        <pc:sldMkLst>
          <pc:docMk/>
          <pc:sldMk cId="934303353" sldId="420"/>
        </pc:sldMkLst>
      </pc:sldChg>
      <pc:sldChg chg="modSp mod addAnim delAnim modAnim modNotesTx">
        <pc:chgData name="Martin Siemienski Andersen" userId="3e5b9027-db81-4bdb-8ff3-173865797b46" providerId="ADAL" clId="{68CB60D0-8E34-4DF3-896A-384CDBD804A5}" dt="2023-11-11T21:29:04.489" v="1147" actId="6549"/>
        <pc:sldMkLst>
          <pc:docMk/>
          <pc:sldMk cId="3132342463" sldId="421"/>
        </pc:sldMkLst>
      </pc:sldChg>
      <pc:sldChg chg="modSp mod">
        <pc:chgData name="Martin Siemienski Andersen" userId="3e5b9027-db81-4bdb-8ff3-173865797b46" providerId="ADAL" clId="{68CB60D0-8E34-4DF3-896A-384CDBD804A5}" dt="2023-11-11T21:31:44.861" v="1170" actId="20577"/>
        <pc:sldMkLst>
          <pc:docMk/>
          <pc:sldMk cId="4071748584" sldId="422"/>
        </pc:sldMkLst>
      </pc:sldChg>
      <pc:sldChg chg="modSp mod setBg">
        <pc:chgData name="Martin Siemienski Andersen" userId="3e5b9027-db81-4bdb-8ff3-173865797b46" providerId="ADAL" clId="{68CB60D0-8E34-4DF3-896A-384CDBD804A5}" dt="2023-11-11T21:31:31.370" v="1163"/>
        <pc:sldMkLst>
          <pc:docMk/>
          <pc:sldMk cId="4128523194" sldId="423"/>
        </pc:sldMkLst>
      </pc:sldChg>
      <pc:sldChg chg="setBg">
        <pc:chgData name="Martin Siemienski Andersen" userId="3e5b9027-db81-4bdb-8ff3-173865797b46" providerId="ADAL" clId="{68CB60D0-8E34-4DF3-896A-384CDBD804A5}" dt="2023-11-11T21:31:35.187" v="1164"/>
        <pc:sldMkLst>
          <pc:docMk/>
          <pc:sldMk cId="3475746141" sldId="424"/>
        </pc:sldMkLst>
      </pc:sldChg>
      <pc:sldChg chg="modSp">
        <pc:chgData name="Martin Siemienski Andersen" userId="3e5b9027-db81-4bdb-8ff3-173865797b46" providerId="ADAL" clId="{68CB60D0-8E34-4DF3-896A-384CDBD804A5}" dt="2023-11-11T21:34:39.983" v="1197" actId="1076"/>
        <pc:sldMkLst>
          <pc:docMk/>
          <pc:sldMk cId="3358184283" sldId="425"/>
        </pc:sldMkLst>
      </pc:sldChg>
      <pc:sldChg chg="addSp modSp mod">
        <pc:chgData name="Martin Siemienski Andersen" userId="3e5b9027-db81-4bdb-8ff3-173865797b46" providerId="ADAL" clId="{68CB60D0-8E34-4DF3-896A-384CDBD804A5}" dt="2023-11-11T21:33:22.375" v="1193" actId="1076"/>
        <pc:sldMkLst>
          <pc:docMk/>
          <pc:sldMk cId="3784425944" sldId="426"/>
        </pc:sldMkLst>
      </pc:sldChg>
      <pc:sldChg chg="modSp del mod">
        <pc:chgData name="Martin Siemienski Andersen" userId="3e5b9027-db81-4bdb-8ff3-173865797b46" providerId="ADAL" clId="{68CB60D0-8E34-4DF3-896A-384CDBD804A5}" dt="2023-11-11T21:33:26.318" v="1194" actId="47"/>
        <pc:sldMkLst>
          <pc:docMk/>
          <pc:sldMk cId="1901591166" sldId="427"/>
        </pc:sldMkLst>
      </pc:sldChg>
      <pc:sldChg chg="modSp mod">
        <pc:chgData name="Martin Siemienski Andersen" userId="3e5b9027-db81-4bdb-8ff3-173865797b46" providerId="ADAL" clId="{68CB60D0-8E34-4DF3-896A-384CDBD804A5}" dt="2023-11-11T21:40:43.283" v="1227" actId="14100"/>
        <pc:sldMkLst>
          <pc:docMk/>
          <pc:sldMk cId="234187206" sldId="428"/>
        </pc:sldMkLst>
      </pc:sldChg>
      <pc:sldChg chg="addSp modSp mod modNotesTx">
        <pc:chgData name="Martin Siemienski Andersen" userId="3e5b9027-db81-4bdb-8ff3-173865797b46" providerId="ADAL" clId="{68CB60D0-8E34-4DF3-896A-384CDBD804A5}" dt="2023-11-11T21:46:46.612" v="1417" actId="14100"/>
        <pc:sldMkLst>
          <pc:docMk/>
          <pc:sldMk cId="2525923272" sldId="429"/>
        </pc:sldMkLst>
      </pc:sldChg>
      <pc:sldChg chg="modSp mod modNotesTx">
        <pc:chgData name="Martin Siemienski Andersen" userId="3e5b9027-db81-4bdb-8ff3-173865797b46" providerId="ADAL" clId="{68CB60D0-8E34-4DF3-896A-384CDBD804A5}" dt="2023-11-11T21:49:05.588" v="1439" actId="6549"/>
        <pc:sldMkLst>
          <pc:docMk/>
          <pc:sldMk cId="4029511585" sldId="430"/>
        </pc:sldMkLst>
      </pc:sldChg>
      <pc:sldChg chg="modNotesTx">
        <pc:chgData name="Martin Siemienski Andersen" userId="3e5b9027-db81-4bdb-8ff3-173865797b46" providerId="ADAL" clId="{68CB60D0-8E34-4DF3-896A-384CDBD804A5}" dt="2023-11-11T22:07:10.929" v="1799" actId="20577"/>
        <pc:sldMkLst>
          <pc:docMk/>
          <pc:sldMk cId="758675586" sldId="432"/>
        </pc:sldMkLst>
      </pc:sldChg>
      <pc:sldChg chg="modNotesTx">
        <pc:chgData name="Martin Siemienski Andersen" userId="3e5b9027-db81-4bdb-8ff3-173865797b46" providerId="ADAL" clId="{68CB60D0-8E34-4DF3-896A-384CDBD804A5}" dt="2023-11-11T22:02:31.533" v="1585" actId="20577"/>
        <pc:sldMkLst>
          <pc:docMk/>
          <pc:sldMk cId="2630177423" sldId="434"/>
        </pc:sldMkLst>
      </pc:sldChg>
      <pc:sldChg chg="modSp mod setBg">
        <pc:chgData name="Martin Siemienski Andersen" userId="3e5b9027-db81-4bdb-8ff3-173865797b46" providerId="ADAL" clId="{68CB60D0-8E34-4DF3-896A-384CDBD804A5}" dt="2023-11-11T22:04:54.104" v="1600"/>
        <pc:sldMkLst>
          <pc:docMk/>
          <pc:sldMk cId="3349780897" sldId="435"/>
        </pc:sldMkLst>
      </pc:sldChg>
      <pc:sldChg chg="modSp add mod setBg">
        <pc:chgData name="Martin Siemienski Andersen" userId="3e5b9027-db81-4bdb-8ff3-173865797b46" providerId="ADAL" clId="{68CB60D0-8E34-4DF3-896A-384CDBD804A5}" dt="2023-11-11T20:22:54.106" v="28" actId="20577"/>
        <pc:sldMkLst>
          <pc:docMk/>
          <pc:sldMk cId="1690594007" sldId="437"/>
        </pc:sldMkLst>
      </pc:sldChg>
      <pc:sldChg chg="addSp delSp modSp new mod">
        <pc:chgData name="Martin Siemienski Andersen" userId="3e5b9027-db81-4bdb-8ff3-173865797b46" providerId="ADAL" clId="{68CB60D0-8E34-4DF3-896A-384CDBD804A5}" dt="2023-11-11T20:37:28.461" v="328" actId="14100"/>
        <pc:sldMkLst>
          <pc:docMk/>
          <pc:sldMk cId="3115353775" sldId="438"/>
        </pc:sldMkLst>
      </pc:sldChg>
      <pc:sldChg chg="addSp delSp modSp new mod">
        <pc:chgData name="Martin Siemienski Andersen" userId="3e5b9027-db81-4bdb-8ff3-173865797b46" providerId="ADAL" clId="{68CB60D0-8E34-4DF3-896A-384CDBD804A5}" dt="2023-11-11T20:51:58.334" v="565" actId="20577"/>
        <pc:sldMkLst>
          <pc:docMk/>
          <pc:sldMk cId="1979981041" sldId="439"/>
        </pc:sldMkLst>
      </pc:sldChg>
      <pc:sldChg chg="modSp add mod setBg">
        <pc:chgData name="Martin Siemienski Andersen" userId="3e5b9027-db81-4bdb-8ff3-173865797b46" providerId="ADAL" clId="{68CB60D0-8E34-4DF3-896A-384CDBD804A5}" dt="2023-11-11T21:32:07.372" v="1182" actId="20577"/>
        <pc:sldMkLst>
          <pc:docMk/>
          <pc:sldMk cId="75825990" sldId="440"/>
        </pc:sldMkLst>
      </pc:sldChg>
      <pc:sldChg chg="modSp add mod setBg">
        <pc:chgData name="Martin Siemienski Andersen" userId="3e5b9027-db81-4bdb-8ff3-173865797b46" providerId="ADAL" clId="{68CB60D0-8E34-4DF3-896A-384CDBD804A5}" dt="2023-11-11T21:01:40.226" v="839" actId="20577"/>
        <pc:sldMkLst>
          <pc:docMk/>
          <pc:sldMk cId="2985419953" sldId="441"/>
        </pc:sldMkLst>
      </pc:sldChg>
      <pc:sldChg chg="add del setBg">
        <pc:chgData name="Martin Siemienski Andersen" userId="3e5b9027-db81-4bdb-8ff3-173865797b46" providerId="ADAL" clId="{68CB60D0-8E34-4DF3-896A-384CDBD804A5}" dt="2023-11-11T21:01:23.027" v="813"/>
        <pc:sldMkLst>
          <pc:docMk/>
          <pc:sldMk cId="3303150371" sldId="441"/>
        </pc:sldMkLst>
      </pc:sldChg>
      <pc:sldChg chg="add">
        <pc:chgData name="Martin Siemienski Andersen" userId="3e5b9027-db81-4bdb-8ff3-173865797b46" providerId="ADAL" clId="{68CB60D0-8E34-4DF3-896A-384CDBD804A5}" dt="2023-11-11T21:31:41.710" v="1165"/>
        <pc:sldMkLst>
          <pc:docMk/>
          <pc:sldMk cId="447549658" sldId="442"/>
        </pc:sldMkLst>
      </pc:sldChg>
      <pc:sldChg chg="add setBg">
        <pc:chgData name="Martin Siemienski Andersen" userId="3e5b9027-db81-4bdb-8ff3-173865797b46" providerId="ADAL" clId="{68CB60D0-8E34-4DF3-896A-384CDBD804A5}" dt="2023-11-11T21:49:11.904" v="1440"/>
        <pc:sldMkLst>
          <pc:docMk/>
          <pc:sldMk cId="3892311758" sldId="443"/>
        </pc:sldMkLst>
      </pc:sldChg>
      <pc:sldChg chg="modSp add mod setBg">
        <pc:chgData name="Martin Siemienski Andersen" userId="3e5b9027-db81-4bdb-8ff3-173865797b46" providerId="ADAL" clId="{68CB60D0-8E34-4DF3-896A-384CDBD804A5}" dt="2023-11-11T21:54:45.808" v="1540" actId="20577"/>
        <pc:sldMkLst>
          <pc:docMk/>
          <pc:sldMk cId="2656292575" sldId="444"/>
        </pc:sldMkLst>
      </pc:sldChg>
    </pc:docChg>
  </pc:docChgLst>
  <pc:docChgLst>
    <pc:chgData name="Martin Siemienski Andersen" userId="3e5b9027-db81-4bdb-8ff3-173865797b46" providerId="ADAL" clId="{C28B819A-83AA-474F-ACF2-F4176D7386B2}"/>
    <pc:docChg chg="undo custSel addSld delSld modSld sldOrd modSection">
      <pc:chgData name="Martin Siemienski Andersen" userId="3e5b9027-db81-4bdb-8ff3-173865797b46" providerId="ADAL" clId="{C28B819A-83AA-474F-ACF2-F4176D7386B2}" dt="2024-09-18T13:20:50.635" v="226"/>
      <pc:docMkLst>
        <pc:docMk/>
      </pc:docMkLst>
      <pc:sldChg chg="addSp delSp modSp mod chgLayout">
        <pc:chgData name="Martin Siemienski Andersen" userId="3e5b9027-db81-4bdb-8ff3-173865797b46" providerId="ADAL" clId="{C28B819A-83AA-474F-ACF2-F4176D7386B2}" dt="2024-09-18T13:20:30.288" v="224" actId="768"/>
        <pc:sldMkLst>
          <pc:docMk/>
          <pc:sldMk cId="2290672695" sldId="378"/>
        </pc:sldMkLst>
      </pc:sldChg>
      <pc:sldChg chg="del">
        <pc:chgData name="Martin Siemienski Andersen" userId="3e5b9027-db81-4bdb-8ff3-173865797b46" providerId="ADAL" clId="{C28B819A-83AA-474F-ACF2-F4176D7386B2}" dt="2024-09-18T13:13:27.420" v="123" actId="47"/>
        <pc:sldMkLst>
          <pc:docMk/>
          <pc:sldMk cId="506544617" sldId="410"/>
        </pc:sldMkLst>
      </pc:sldChg>
      <pc:sldChg chg="addSp delSp modSp mod modClrScheme chgLayout">
        <pc:chgData name="Martin Siemienski Andersen" userId="3e5b9027-db81-4bdb-8ff3-173865797b46" providerId="ADAL" clId="{C28B819A-83AA-474F-ACF2-F4176D7386B2}" dt="2024-09-18T13:11:27.562" v="23"/>
        <pc:sldMkLst>
          <pc:docMk/>
          <pc:sldMk cId="3694537615" sldId="413"/>
        </pc:sldMkLst>
      </pc:sldChg>
      <pc:sldChg chg="mod ord modShow">
        <pc:chgData name="Martin Siemienski Andersen" userId="3e5b9027-db81-4bdb-8ff3-173865797b46" providerId="ADAL" clId="{C28B819A-83AA-474F-ACF2-F4176D7386B2}" dt="2024-09-18T13:04:46.613" v="2"/>
        <pc:sldMkLst>
          <pc:docMk/>
          <pc:sldMk cId="1777432922" sldId="415"/>
        </pc:sldMkLst>
      </pc:sldChg>
      <pc:sldChg chg="addSp delSp modSp mod modClrScheme chgLayout">
        <pc:chgData name="Martin Siemienski Andersen" userId="3e5b9027-db81-4bdb-8ff3-173865797b46" providerId="ADAL" clId="{C28B819A-83AA-474F-ACF2-F4176D7386B2}" dt="2024-09-18T13:14:06.687" v="169" actId="20577"/>
        <pc:sldMkLst>
          <pc:docMk/>
          <pc:sldMk cId="2770178113" sldId="418"/>
        </pc:sldMkLst>
      </pc:sldChg>
      <pc:sldChg chg="del">
        <pc:chgData name="Martin Siemienski Andersen" userId="3e5b9027-db81-4bdb-8ff3-173865797b46" providerId="ADAL" clId="{C28B819A-83AA-474F-ACF2-F4176D7386B2}" dt="2024-09-18T13:13:29.561" v="124" actId="47"/>
        <pc:sldMkLst>
          <pc:docMk/>
          <pc:sldMk cId="89907043" sldId="419"/>
        </pc:sldMkLst>
      </pc:sldChg>
      <pc:sldChg chg="addSp delSp modSp mod modClrScheme chgLayout">
        <pc:chgData name="Martin Siemienski Andersen" userId="3e5b9027-db81-4bdb-8ff3-173865797b46" providerId="ADAL" clId="{C28B819A-83AA-474F-ACF2-F4176D7386B2}" dt="2024-09-18T13:10:34.123" v="9"/>
        <pc:sldMkLst>
          <pc:docMk/>
          <pc:sldMk cId="934303353" sldId="420"/>
        </pc:sldMkLst>
      </pc:sldChg>
      <pc:sldChg chg="addSp delSp modSp mod modClrScheme chgLayout">
        <pc:chgData name="Martin Siemienski Andersen" userId="3e5b9027-db81-4bdb-8ff3-173865797b46" providerId="ADAL" clId="{C28B819A-83AA-474F-ACF2-F4176D7386B2}" dt="2024-09-18T13:10:44.449" v="13"/>
        <pc:sldMkLst>
          <pc:docMk/>
          <pc:sldMk cId="3132342463" sldId="421"/>
        </pc:sldMkLst>
      </pc:sldChg>
      <pc:sldChg chg="mod ord modShow">
        <pc:chgData name="Martin Siemienski Andersen" userId="3e5b9027-db81-4bdb-8ff3-173865797b46" providerId="ADAL" clId="{C28B819A-83AA-474F-ACF2-F4176D7386B2}" dt="2024-09-18T13:04:46.613" v="2"/>
        <pc:sldMkLst>
          <pc:docMk/>
          <pc:sldMk cId="4128523194" sldId="423"/>
        </pc:sldMkLst>
      </pc:sldChg>
      <pc:sldChg chg="mod ord modShow">
        <pc:chgData name="Martin Siemienski Andersen" userId="3e5b9027-db81-4bdb-8ff3-173865797b46" providerId="ADAL" clId="{C28B819A-83AA-474F-ACF2-F4176D7386B2}" dt="2024-09-18T13:04:46.613" v="2"/>
        <pc:sldMkLst>
          <pc:docMk/>
          <pc:sldMk cId="3475746141" sldId="424"/>
        </pc:sldMkLst>
      </pc:sldChg>
      <pc:sldChg chg="setBg">
        <pc:chgData name="Martin Siemienski Andersen" userId="3e5b9027-db81-4bdb-8ff3-173865797b46" providerId="ADAL" clId="{C28B819A-83AA-474F-ACF2-F4176D7386B2}" dt="2024-09-18T13:20:50.635" v="226"/>
        <pc:sldMkLst>
          <pc:docMk/>
          <pc:sldMk cId="489641976" sldId="436"/>
        </pc:sldMkLst>
      </pc:sldChg>
      <pc:sldChg chg="addSp delSp modSp mod modClrScheme chgLayout">
        <pc:chgData name="Martin Siemienski Andersen" userId="3e5b9027-db81-4bdb-8ff3-173865797b46" providerId="ADAL" clId="{C28B819A-83AA-474F-ACF2-F4176D7386B2}" dt="2024-09-18T13:11:38.228" v="26"/>
        <pc:sldMkLst>
          <pc:docMk/>
          <pc:sldMk cId="75825990" sldId="440"/>
        </pc:sldMkLst>
      </pc:sldChg>
      <pc:sldChg chg="addSp delSp modSp mod modClrScheme chgLayout">
        <pc:chgData name="Martin Siemienski Andersen" userId="3e5b9027-db81-4bdb-8ff3-173865797b46" providerId="ADAL" clId="{C28B819A-83AA-474F-ACF2-F4176D7386B2}" dt="2024-09-18T13:11:44.268" v="29"/>
        <pc:sldMkLst>
          <pc:docMk/>
          <pc:sldMk cId="2985419953" sldId="441"/>
        </pc:sldMkLst>
      </pc:sldChg>
      <pc:sldChg chg="del">
        <pc:chgData name="Martin Siemienski Andersen" userId="3e5b9027-db81-4bdb-8ff3-173865797b46" providerId="ADAL" clId="{C28B819A-83AA-474F-ACF2-F4176D7386B2}" dt="2024-09-18T13:14:41.272" v="172" actId="47"/>
        <pc:sldMkLst>
          <pc:docMk/>
          <pc:sldMk cId="447549658" sldId="442"/>
        </pc:sldMkLst>
      </pc:sldChg>
      <pc:sldChg chg="ord">
        <pc:chgData name="Martin Siemienski Andersen" userId="3e5b9027-db81-4bdb-8ff3-173865797b46" providerId="ADAL" clId="{C28B819A-83AA-474F-ACF2-F4176D7386B2}" dt="2024-09-18T13:13:36.094" v="126"/>
        <pc:sldMkLst>
          <pc:docMk/>
          <pc:sldMk cId="129719345" sldId="445"/>
        </pc:sldMkLst>
      </pc:sldChg>
      <pc:sldChg chg="addSp delSp modSp new mod modClrScheme chgLayout">
        <pc:chgData name="Martin Siemienski Andersen" userId="3e5b9027-db81-4bdb-8ff3-173865797b46" providerId="ADAL" clId="{C28B819A-83AA-474F-ACF2-F4176D7386B2}" dt="2024-09-18T13:16:05.146" v="212" actId="113"/>
        <pc:sldMkLst>
          <pc:docMk/>
          <pc:sldMk cId="1134429443" sldId="446"/>
        </pc:sldMkLst>
      </pc:sldChg>
      <pc:sldChg chg="del">
        <pc:chgData name="Martin Siemienski Andersen" userId="3e5b9027-db81-4bdb-8ff3-173865797b46" providerId="ADAL" clId="{C28B819A-83AA-474F-ACF2-F4176D7386B2}" dt="2024-09-18T13:12:13.700" v="30" actId="47"/>
        <pc:sldMkLst>
          <pc:docMk/>
          <pc:sldMk cId="3347605393" sldId="446"/>
        </pc:sldMkLst>
      </pc:sldChg>
      <pc:sldChg chg="modSp add mod">
        <pc:chgData name="Martin Siemienski Andersen" userId="3e5b9027-db81-4bdb-8ff3-173865797b46" providerId="ADAL" clId="{C28B819A-83AA-474F-ACF2-F4176D7386B2}" dt="2024-09-18T13:15:50.653" v="207" actId="20577"/>
        <pc:sldMkLst>
          <pc:docMk/>
          <pc:sldMk cId="284388728" sldId="447"/>
        </pc:sldMkLst>
      </pc:sldChg>
      <pc:sldChg chg="modSp add mod">
        <pc:chgData name="Martin Siemienski Andersen" userId="3e5b9027-db81-4bdb-8ff3-173865797b46" providerId="ADAL" clId="{C28B819A-83AA-474F-ACF2-F4176D7386B2}" dt="2024-09-18T13:15:41.557" v="203" actId="113"/>
        <pc:sldMkLst>
          <pc:docMk/>
          <pc:sldMk cId="1831239076" sldId="448"/>
        </pc:sldMkLst>
      </pc:sldChg>
      <pc:sldChg chg="modSp add mod ord">
        <pc:chgData name="Martin Siemienski Andersen" userId="3e5b9027-db81-4bdb-8ff3-173865797b46" providerId="ADAL" clId="{C28B819A-83AA-474F-ACF2-F4176D7386B2}" dt="2024-09-18T13:17:10.905" v="217" actId="113"/>
        <pc:sldMkLst>
          <pc:docMk/>
          <pc:sldMk cId="3358686476" sldId="449"/>
        </pc:sldMkLst>
      </pc:sldChg>
    </pc:docChg>
  </pc:docChgLst>
  <pc:docChgLst>
    <pc:chgData name="Martin Siemienski Andersen" userId="3e5b9027-db81-4bdb-8ff3-173865797b46" providerId="ADAL" clId="{7C912F7B-A9D0-4A3A-AE56-A4D7389157BE}"/>
    <pc:docChg chg="undo custSel delSld modSld modSection">
      <pc:chgData name="Martin Siemienski Andersen" userId="3e5b9027-db81-4bdb-8ff3-173865797b46" providerId="ADAL" clId="{7C912F7B-A9D0-4A3A-AE56-A4D7389157BE}" dt="2024-11-26T08:48:34.798" v="85" actId="20577"/>
      <pc:docMkLst>
        <pc:docMk/>
      </pc:docMkLst>
      <pc:sldChg chg="modSp mod">
        <pc:chgData name="Martin Siemienski Andersen" userId="3e5b9027-db81-4bdb-8ff3-173865797b46" providerId="ADAL" clId="{7C912F7B-A9D0-4A3A-AE56-A4D7389157BE}" dt="2024-11-20T09:54:56.920" v="44" actId="20577"/>
        <pc:sldMkLst>
          <pc:docMk/>
          <pc:sldMk cId="1984343715" sldId="404"/>
        </pc:sldMkLst>
      </pc:sldChg>
      <pc:sldChg chg="del">
        <pc:chgData name="Martin Siemienski Andersen" userId="3e5b9027-db81-4bdb-8ff3-173865797b46" providerId="ADAL" clId="{7C912F7B-A9D0-4A3A-AE56-A4D7389157BE}" dt="2024-11-20T10:13:34.692" v="45" actId="47"/>
        <pc:sldMkLst>
          <pc:docMk/>
          <pc:sldMk cId="934303353" sldId="420"/>
        </pc:sldMkLst>
      </pc:sldChg>
      <pc:sldChg chg="modSp mod">
        <pc:chgData name="Martin Siemienski Andersen" userId="3e5b9027-db81-4bdb-8ff3-173865797b46" providerId="ADAL" clId="{7C912F7B-A9D0-4A3A-AE56-A4D7389157BE}" dt="2024-11-22T12:39:17.868" v="69" actId="1076"/>
        <pc:sldMkLst>
          <pc:docMk/>
          <pc:sldMk cId="3132342463" sldId="421"/>
        </pc:sldMkLst>
      </pc:sldChg>
      <pc:sldChg chg="modSp">
        <pc:chgData name="Martin Siemienski Andersen" userId="3e5b9027-db81-4bdb-8ff3-173865797b46" providerId="ADAL" clId="{7C912F7B-A9D0-4A3A-AE56-A4D7389157BE}" dt="2024-11-20T10:16:30.180" v="60" actId="732"/>
        <pc:sldMkLst>
          <pc:docMk/>
          <pc:sldMk cId="3358184283" sldId="425"/>
        </pc:sldMkLst>
      </pc:sldChg>
      <pc:sldChg chg="addSp delSp modSp mod modClrScheme chgLayout">
        <pc:chgData name="Martin Siemienski Andersen" userId="3e5b9027-db81-4bdb-8ff3-173865797b46" providerId="ADAL" clId="{7C912F7B-A9D0-4A3A-AE56-A4D7389157BE}" dt="2024-11-22T12:40:58.278" v="73" actId="403"/>
        <pc:sldMkLst>
          <pc:docMk/>
          <pc:sldMk cId="3784425944" sldId="426"/>
        </pc:sldMkLst>
      </pc:sldChg>
      <pc:sldChg chg="modSp">
        <pc:chgData name="Martin Siemienski Andersen" userId="3e5b9027-db81-4bdb-8ff3-173865797b46" providerId="ADAL" clId="{7C912F7B-A9D0-4A3A-AE56-A4D7389157BE}" dt="2024-11-22T12:39:24.678" v="70" actId="14100"/>
        <pc:sldMkLst>
          <pc:docMk/>
          <pc:sldMk cId="234187206" sldId="428"/>
        </pc:sldMkLst>
      </pc:sldChg>
      <pc:sldChg chg="modSp mod">
        <pc:chgData name="Martin Siemienski Andersen" userId="3e5b9027-db81-4bdb-8ff3-173865797b46" providerId="ADAL" clId="{7C912F7B-A9D0-4A3A-AE56-A4D7389157BE}" dt="2024-11-22T12:41:12.630" v="75" actId="14100"/>
        <pc:sldMkLst>
          <pc:docMk/>
          <pc:sldMk cId="758675586" sldId="432"/>
        </pc:sldMkLst>
      </pc:sldChg>
      <pc:sldChg chg="modSp">
        <pc:chgData name="Martin Siemienski Andersen" userId="3e5b9027-db81-4bdb-8ff3-173865797b46" providerId="ADAL" clId="{7C912F7B-A9D0-4A3A-AE56-A4D7389157BE}" dt="2024-11-22T12:41:31.665" v="79" actId="1076"/>
        <pc:sldMkLst>
          <pc:docMk/>
          <pc:sldMk cId="2478425941" sldId="433"/>
        </pc:sldMkLst>
      </pc:sldChg>
      <pc:sldChg chg="modSp mod">
        <pc:chgData name="Martin Siemienski Andersen" userId="3e5b9027-db81-4bdb-8ff3-173865797b46" providerId="ADAL" clId="{7C912F7B-A9D0-4A3A-AE56-A4D7389157BE}" dt="2024-11-26T08:48:34.798" v="85" actId="20577"/>
        <pc:sldMkLst>
          <pc:docMk/>
          <pc:sldMk cId="489641976" sldId="436"/>
        </pc:sldMkLst>
      </pc:sldChg>
    </pc:docChg>
  </pc:docChgLst>
  <pc:docChgLst>
    <pc:chgData name="Martin Siemienski Andersen" userId="3e5b9027-db81-4bdb-8ff3-173865797b46" providerId="ADAL" clId="{E21855F3-0933-48D8-B042-8F3A1202150A}"/>
    <pc:docChg chg="custSel modSld">
      <pc:chgData name="Martin Siemienski Andersen" userId="3e5b9027-db81-4bdb-8ff3-173865797b46" providerId="ADAL" clId="{E21855F3-0933-48D8-B042-8F3A1202150A}" dt="2025-08-25T08:59:26.748" v="20" actId="6549"/>
      <pc:docMkLst>
        <pc:docMk/>
      </pc:docMkLst>
      <pc:sldChg chg="addSp modSp mod">
        <pc:chgData name="Martin Siemienski Andersen" userId="3e5b9027-db81-4bdb-8ff3-173865797b46" providerId="ADAL" clId="{E21855F3-0933-48D8-B042-8F3A1202150A}" dt="2025-08-25T08:56:22.784" v="16" actId="1076"/>
        <pc:sldMkLst>
          <pc:docMk/>
          <pc:sldMk cId="3128016031" sldId="398"/>
        </pc:sldMkLst>
        <pc:spChg chg="add mod">
          <ac:chgData name="Martin Siemienski Andersen" userId="3e5b9027-db81-4bdb-8ff3-173865797b46" providerId="ADAL" clId="{E21855F3-0933-48D8-B042-8F3A1202150A}" dt="2025-08-25T08:56:22.784" v="16" actId="1076"/>
          <ac:spMkLst>
            <pc:docMk/>
            <pc:sldMk cId="3128016031" sldId="398"/>
            <ac:spMk id="8" creationId="{0E11A5A6-D273-F5F7-1DDF-73C40E70DACF}"/>
          </ac:spMkLst>
        </pc:spChg>
      </pc:sldChg>
      <pc:sldChg chg="addSp modSp">
        <pc:chgData name="Martin Siemienski Andersen" userId="3e5b9027-db81-4bdb-8ff3-173865797b46" providerId="ADAL" clId="{E21855F3-0933-48D8-B042-8F3A1202150A}" dt="2025-08-25T08:56:30.618" v="17"/>
        <pc:sldMkLst>
          <pc:docMk/>
          <pc:sldMk cId="1578297099" sldId="399"/>
        </pc:sldMkLst>
        <pc:spChg chg="add mod">
          <ac:chgData name="Martin Siemienski Andersen" userId="3e5b9027-db81-4bdb-8ff3-173865797b46" providerId="ADAL" clId="{E21855F3-0933-48D8-B042-8F3A1202150A}" dt="2025-08-25T08:56:30.618" v="17"/>
          <ac:spMkLst>
            <pc:docMk/>
            <pc:sldMk cId="1578297099" sldId="399"/>
            <ac:spMk id="4" creationId="{002E9887-D52F-E5F0-BA7E-E30351A04C5A}"/>
          </ac:spMkLst>
        </pc:spChg>
      </pc:sldChg>
      <pc:sldChg chg="addSp modSp mod">
        <pc:chgData name="Martin Siemienski Andersen" userId="3e5b9027-db81-4bdb-8ff3-173865797b46" providerId="ADAL" clId="{E21855F3-0933-48D8-B042-8F3A1202150A}" dt="2025-08-25T08:56:08.489" v="7" actId="1076"/>
        <pc:sldMkLst>
          <pc:docMk/>
          <pc:sldMk cId="1028375343" sldId="400"/>
        </pc:sldMkLst>
        <pc:spChg chg="add mod">
          <ac:chgData name="Martin Siemienski Andersen" userId="3e5b9027-db81-4bdb-8ff3-173865797b46" providerId="ADAL" clId="{E21855F3-0933-48D8-B042-8F3A1202150A}" dt="2025-08-25T08:56:08.489" v="7" actId="1076"/>
          <ac:spMkLst>
            <pc:docMk/>
            <pc:sldMk cId="1028375343" sldId="400"/>
            <ac:spMk id="4" creationId="{77BB7043-F6C4-EB49-EDD9-2DFF3151EC58}"/>
          </ac:spMkLst>
        </pc:spChg>
      </pc:sldChg>
      <pc:sldChg chg="modNotesTx">
        <pc:chgData name="Martin Siemienski Andersen" userId="3e5b9027-db81-4bdb-8ff3-173865797b46" providerId="ADAL" clId="{E21855F3-0933-48D8-B042-8F3A1202150A}" dt="2025-08-25T08:57:46.986" v="19" actId="20577"/>
        <pc:sldMkLst>
          <pc:docMk/>
          <pc:sldMk cId="412049202" sldId="403"/>
        </pc:sldMkLst>
      </pc:sldChg>
      <pc:sldChg chg="modNotesTx">
        <pc:chgData name="Martin Siemienski Andersen" userId="3e5b9027-db81-4bdb-8ff3-173865797b46" providerId="ADAL" clId="{E21855F3-0933-48D8-B042-8F3A1202150A}" dt="2025-08-25T08:59:26.748" v="20" actId="6549"/>
        <pc:sldMkLst>
          <pc:docMk/>
          <pc:sldMk cId="2958543165" sldId="406"/>
        </pc:sldMkLst>
      </pc:sldChg>
      <pc:sldChg chg="delSp mod">
        <pc:chgData name="Martin Siemienski Andersen" userId="3e5b9027-db81-4bdb-8ff3-173865797b46" providerId="ADAL" clId="{E21855F3-0933-48D8-B042-8F3A1202150A}" dt="2025-08-25T08:56:43.802" v="18" actId="478"/>
        <pc:sldMkLst>
          <pc:docMk/>
          <pc:sldMk cId="1391662256" sldId="407"/>
        </pc:sldMkLst>
        <pc:spChg chg="del">
          <ac:chgData name="Martin Siemienski Andersen" userId="3e5b9027-db81-4bdb-8ff3-173865797b46" providerId="ADAL" clId="{E21855F3-0933-48D8-B042-8F3A1202150A}" dt="2025-08-25T08:56:43.802" v="18" actId="478"/>
          <ac:spMkLst>
            <pc:docMk/>
            <pc:sldMk cId="1391662256" sldId="407"/>
            <ac:spMk id="2" creationId="{1FBB59E9-B201-47AE-9D0F-5C328CB0C9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2025-11-19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2025-11-19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Second_messenger_system"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en.wikipedia.org/wiki/Cyclic_adenosine_monophosphate"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8C896355-3DDC-9949-861F-AD0908BFCC23}" type="slidenum">
              <a:rPr lang="en-US" smtClean="0"/>
              <a:t>1</a:t>
            </a:fld>
            <a:endParaRPr lang="en-US"/>
          </a:p>
        </p:txBody>
      </p:sp>
    </p:spTree>
    <p:extLst>
      <p:ext uri="{BB962C8B-B14F-4D97-AF65-F5344CB8AC3E}">
        <p14:creationId xmlns:p14="http://schemas.microsoft.com/office/powerpoint/2010/main" val="1906511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Dalton: Da</a:t>
            </a:r>
          </a:p>
          <a:p>
            <a:r>
              <a:rPr lang="en-US" dirty="0"/>
              <a:t>one-twelfth of the mass of a carbon-12 atom, about 1.660 538 86 × 10⁻²⁷ kilogram</a:t>
            </a:r>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5</a:t>
            </a:fld>
            <a:endParaRPr lang="en-US"/>
          </a:p>
        </p:txBody>
      </p:sp>
    </p:spTree>
    <p:extLst>
      <p:ext uri="{BB962C8B-B14F-4D97-AF65-F5344CB8AC3E}">
        <p14:creationId xmlns:p14="http://schemas.microsoft.com/office/powerpoint/2010/main" val="891961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Dalton: Da</a:t>
            </a:r>
          </a:p>
          <a:p>
            <a:r>
              <a:rPr lang="en-US" dirty="0"/>
              <a:t>one-twelfth of the mass of a carbon-12 atom, about 1.660 538 86 × 10⁻²⁷ kilogram</a:t>
            </a:r>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6</a:t>
            </a:fld>
            <a:endParaRPr lang="en-US"/>
          </a:p>
        </p:txBody>
      </p:sp>
    </p:spTree>
    <p:extLst>
      <p:ext uri="{BB962C8B-B14F-4D97-AF65-F5344CB8AC3E}">
        <p14:creationId xmlns:p14="http://schemas.microsoft.com/office/powerpoint/2010/main" val="2113959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Trompomyosin</a:t>
            </a:r>
            <a:r>
              <a:rPr lang="en-US" dirty="0"/>
              <a:t> is on thin filaments</a:t>
            </a:r>
          </a:p>
          <a:p>
            <a:endParaRPr lang="en-US" dirty="0"/>
          </a:p>
          <a:p>
            <a:r>
              <a:rPr lang="en-US" dirty="0"/>
              <a:t>Dalton: Da</a:t>
            </a:r>
          </a:p>
          <a:p>
            <a:r>
              <a:rPr lang="en-US" dirty="0"/>
              <a:t>one-twelfth of the mass of a carbon-12 atom, about 1.660 538 86 × 10⁻²⁷ kilogram</a:t>
            </a:r>
          </a:p>
          <a:p>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7</a:t>
            </a:fld>
            <a:endParaRPr lang="en-US"/>
          </a:p>
        </p:txBody>
      </p:sp>
    </p:spTree>
    <p:extLst>
      <p:ext uri="{BB962C8B-B14F-4D97-AF65-F5344CB8AC3E}">
        <p14:creationId xmlns:p14="http://schemas.microsoft.com/office/powerpoint/2010/main" val="954597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9</a:t>
            </a:fld>
            <a:endParaRPr lang="en-US"/>
          </a:p>
        </p:txBody>
      </p:sp>
    </p:spTree>
    <p:extLst>
      <p:ext uri="{BB962C8B-B14F-4D97-AF65-F5344CB8AC3E}">
        <p14:creationId xmlns:p14="http://schemas.microsoft.com/office/powerpoint/2010/main" val="312553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a:r>
            <a:r>
              <a:rPr lang="da-DK" dirty="0"/>
              <a:t>år HR øjes vil der initialt være et svagere force </a:t>
            </a:r>
          </a:p>
          <a:p>
            <a:r>
              <a:rPr lang="da-DK" dirty="0"/>
              <a:t>(Grund på næste slide)</a:t>
            </a:r>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11</a:t>
            </a:fld>
            <a:endParaRPr lang="en-US"/>
          </a:p>
        </p:txBody>
      </p:sp>
    </p:spTree>
    <p:extLst>
      <p:ext uri="{BB962C8B-B14F-4D97-AF65-F5344CB8AC3E}">
        <p14:creationId xmlns:p14="http://schemas.microsoft.com/office/powerpoint/2010/main" val="33348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size of the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da-DK" dirty="0"/>
                  <a:t> </a:t>
                </a:r>
                <a:r>
                  <a:rPr lang="da-DK" dirty="0" err="1"/>
                  <a:t>transients</a:t>
                </a:r>
                <a:r>
                  <a:rPr lang="da-DK" dirty="0"/>
                  <a:t> : mængden der forbliver</a:t>
                </a:r>
                <a:r>
                  <a:rPr lang="da-DK" baseline="0" dirty="0"/>
                  <a:t> i cellen</a:t>
                </a:r>
                <a:endParaRPr lang="da-DK"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size of the </a:t>
                </a:r>
                <a:r>
                  <a:rPr lang="en-US" b="0" i="0">
                    <a:latin typeface="Cambria Math" panose="02040503050406030204" pitchFamily="18" charset="0"/>
                  </a:rPr>
                  <a:t>[𝐶𝑎^(2+)]</a:t>
                </a:r>
                <a:r>
                  <a:rPr lang="da-DK" dirty="0"/>
                  <a:t> </a:t>
                </a:r>
                <a:r>
                  <a:rPr lang="da-DK" dirty="0" err="1"/>
                  <a:t>transients</a:t>
                </a:r>
                <a:r>
                  <a:rPr lang="da-DK" dirty="0"/>
                  <a:t> : mængden der forbliver</a:t>
                </a:r>
                <a:r>
                  <a:rPr lang="da-DK" baseline="0" dirty="0"/>
                  <a:t> i cellen</a:t>
                </a:r>
                <a:endParaRPr lang="da-DK" dirty="0"/>
              </a:p>
            </p:txBody>
          </p:sp>
        </mc:Fallback>
      </mc:AlternateContent>
      <p:sp>
        <p:nvSpPr>
          <p:cNvPr id="4" name="Slide Number Placeholder 3"/>
          <p:cNvSpPr>
            <a:spLocks noGrp="1"/>
          </p:cNvSpPr>
          <p:nvPr>
            <p:ph type="sldNum" sz="quarter" idx="5"/>
          </p:nvPr>
        </p:nvSpPr>
        <p:spPr/>
        <p:txBody>
          <a:bodyPr/>
          <a:lstStyle/>
          <a:p>
            <a:fld id="{8C896355-3DDC-9949-861F-AD0908BFCC23}" type="slidenum">
              <a:rPr lang="en-US" smtClean="0"/>
              <a:t>12</a:t>
            </a:fld>
            <a:endParaRPr lang="en-US"/>
          </a:p>
        </p:txBody>
      </p:sp>
    </p:spTree>
    <p:extLst>
      <p:ext uri="{BB962C8B-B14F-4D97-AF65-F5344CB8AC3E}">
        <p14:creationId xmlns:p14="http://schemas.microsoft.com/office/powerpoint/2010/main" val="5140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CICR : </a:t>
            </a:r>
            <a:r>
              <a:rPr lang="en-US" b="1" dirty="0"/>
              <a:t>Calcium-induced calcium release</a:t>
            </a:r>
          </a:p>
          <a:p>
            <a:r>
              <a:rPr lang="en-US" dirty="0"/>
              <a:t>Phosphorylates: add phosphate group to organic molecule</a:t>
            </a:r>
          </a:p>
          <a:p>
            <a:endParaRPr lang="en-US" dirty="0"/>
          </a:p>
          <a:p>
            <a:r>
              <a:rPr lang="en-US" dirty="0"/>
              <a:t>PKA is also commonly known as cAMP-dependent protein kinase, because it has traditionally been thought to be activated through release of the catalytic subunits when levels of the </a:t>
            </a:r>
            <a:r>
              <a:rPr lang="en-US" dirty="0">
                <a:hlinkClick r:id="rId3" tooltip="Second messenger system"/>
              </a:rPr>
              <a:t>second messenger</a:t>
            </a:r>
            <a:r>
              <a:rPr lang="en-US" dirty="0"/>
              <a:t> called </a:t>
            </a:r>
            <a:r>
              <a:rPr lang="en-US" dirty="0">
                <a:hlinkClick r:id="rId4" tooltip="Cyclic adenosine monophosphate"/>
              </a:rPr>
              <a:t>cyclic adenosine monophosphate</a:t>
            </a:r>
            <a:r>
              <a:rPr lang="en-US" dirty="0"/>
              <a:t>, or cAMP, rise in response to a variety of signals</a:t>
            </a:r>
          </a:p>
          <a:p>
            <a:endParaRPr lang="en-US" dirty="0"/>
          </a:p>
          <a:p>
            <a:r>
              <a:rPr lang="en-US" dirty="0"/>
              <a:t>Kinase: Any of various enzymes that catalyze the transfer of a phosphate group from a donor, such as ADP or ATP, to an acceptor. </a:t>
            </a:r>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13</a:t>
            </a:fld>
            <a:endParaRPr lang="en-US"/>
          </a:p>
        </p:txBody>
      </p:sp>
    </p:spTree>
    <p:extLst>
      <p:ext uri="{BB962C8B-B14F-4D97-AF65-F5344CB8AC3E}">
        <p14:creationId xmlns:p14="http://schemas.microsoft.com/office/powerpoint/2010/main" val="11689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err="1"/>
              <a:t>Adenosine</a:t>
            </a:r>
            <a:r>
              <a:rPr lang="da-DK" dirty="0"/>
              <a:t> 	</a:t>
            </a:r>
            <a:r>
              <a:rPr lang="da-DK" dirty="0" err="1"/>
              <a:t>Triphosphate</a:t>
            </a:r>
            <a:r>
              <a:rPr lang="da-DK" dirty="0"/>
              <a:t>	</a:t>
            </a:r>
            <a:r>
              <a:rPr lang="da-DK" dirty="0" err="1"/>
              <a:t>Bihosphate</a:t>
            </a:r>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14</a:t>
            </a:fld>
            <a:endParaRPr lang="en-US"/>
          </a:p>
        </p:txBody>
      </p:sp>
    </p:spTree>
    <p:extLst>
      <p:ext uri="{BB962C8B-B14F-4D97-AF65-F5344CB8AC3E}">
        <p14:creationId xmlns:p14="http://schemas.microsoft.com/office/powerpoint/2010/main" val="2900189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8C896355-3DDC-9949-861F-AD0908BFCC23}" type="slidenum">
              <a:rPr lang="en-US" smtClean="0"/>
              <a:t>17</a:t>
            </a:fld>
            <a:endParaRPr lang="en-US"/>
          </a:p>
        </p:txBody>
      </p:sp>
    </p:spTree>
    <p:extLst>
      <p:ext uri="{BB962C8B-B14F-4D97-AF65-F5344CB8AC3E}">
        <p14:creationId xmlns:p14="http://schemas.microsoft.com/office/powerpoint/2010/main" val="589011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area of the Pressure-Volume loop is the work done by the heart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 joule :[kg*m^2 /s^2]</a:t>
            </a:r>
          </a:p>
          <a:p>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18</a:t>
            </a:fld>
            <a:endParaRPr lang="en-US"/>
          </a:p>
        </p:txBody>
      </p:sp>
    </p:spTree>
    <p:extLst>
      <p:ext uri="{BB962C8B-B14F-4D97-AF65-F5344CB8AC3E}">
        <p14:creationId xmlns:p14="http://schemas.microsoft.com/office/powerpoint/2010/main" val="3657625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area of the Pressure-Volume loop is the work done by the heart</a:t>
            </a:r>
          </a:p>
          <a:p>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22</a:t>
            </a:fld>
            <a:endParaRPr lang="en-US"/>
          </a:p>
        </p:txBody>
      </p:sp>
    </p:spTree>
    <p:extLst>
      <p:ext uri="{BB962C8B-B14F-4D97-AF65-F5344CB8AC3E}">
        <p14:creationId xmlns:p14="http://schemas.microsoft.com/office/powerpoint/2010/main" val="3095570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area of the Pressure-Volume loop is the work done by the heart</a:t>
            </a:r>
          </a:p>
          <a:p>
            <a:endParaRPr lang="da-DK" dirty="0"/>
          </a:p>
          <a:p>
            <a:endParaRPr lang="da-DK" dirty="0"/>
          </a:p>
          <a:p>
            <a:r>
              <a:rPr lang="da-DK" dirty="0"/>
              <a:t>Altså, hvis man øjer </a:t>
            </a:r>
            <a:r>
              <a:rPr lang="da-DK" dirty="0" err="1"/>
              <a:t>Preload</a:t>
            </a:r>
            <a:r>
              <a:rPr lang="da-DK" dirty="0"/>
              <a:t>, vil hjertet arbejde mere for at pumpe mere blod ud</a:t>
            </a:r>
          </a:p>
          <a:p>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23</a:t>
            </a:fld>
            <a:endParaRPr lang="en-US"/>
          </a:p>
        </p:txBody>
      </p:sp>
    </p:spTree>
    <p:extLst>
      <p:ext uri="{BB962C8B-B14F-4D97-AF65-F5344CB8AC3E}">
        <p14:creationId xmlns:p14="http://schemas.microsoft.com/office/powerpoint/2010/main" val="1921024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area of the Pressure-Volume loop is the work done by the heart</a:t>
            </a:r>
          </a:p>
          <a:p>
            <a:endParaRPr lang="da-DK" dirty="0"/>
          </a:p>
          <a:p>
            <a:endParaRPr lang="da-DK" dirty="0"/>
          </a:p>
          <a:p>
            <a:r>
              <a:rPr lang="da-DK" dirty="0"/>
              <a:t>Altså, hvis man øjer </a:t>
            </a:r>
            <a:r>
              <a:rPr lang="da-DK" dirty="0" err="1"/>
              <a:t>Preload</a:t>
            </a:r>
            <a:r>
              <a:rPr lang="da-DK" dirty="0"/>
              <a:t>, vil hjertet arbejde mere for at pumpe mere blod ud</a:t>
            </a:r>
          </a:p>
          <a:p>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24</a:t>
            </a:fld>
            <a:endParaRPr lang="en-US"/>
          </a:p>
        </p:txBody>
      </p:sp>
    </p:spTree>
    <p:extLst>
      <p:ext uri="{BB962C8B-B14F-4D97-AF65-F5344CB8AC3E}">
        <p14:creationId xmlns:p14="http://schemas.microsoft.com/office/powerpoint/2010/main" val="2514187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72AE-1BAC-09A2-652C-47A3B81B5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96875-FCDF-C198-CB9E-A9952A4F3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9F77A-65E5-C586-727D-F741606A79AD}"/>
              </a:ext>
            </a:extLst>
          </p:cNvPr>
          <p:cNvSpPr>
            <a:spLocks noGrp="1"/>
          </p:cNvSpPr>
          <p:nvPr>
            <p:ph type="body" idx="1"/>
          </p:nvPr>
        </p:nvSpPr>
        <p:spPr/>
        <p:txBody>
          <a:bodyPr/>
          <a:lstStyle/>
          <a:p>
            <a:r>
              <a:rPr lang="en-US" dirty="0"/>
              <a:t>N</a:t>
            </a:r>
            <a:r>
              <a:rPr lang="da-DK" dirty="0"/>
              <a:t>år HR øjes vil der initialt være et svagere force </a:t>
            </a:r>
          </a:p>
          <a:p>
            <a:r>
              <a:rPr lang="da-DK" dirty="0"/>
              <a:t>(Grund på næste slide)</a:t>
            </a:r>
            <a:endParaRPr lang="LID4096" dirty="0"/>
          </a:p>
        </p:txBody>
      </p:sp>
      <p:sp>
        <p:nvSpPr>
          <p:cNvPr id="4" name="Slide Number Placeholder 3">
            <a:extLst>
              <a:ext uri="{FF2B5EF4-FFF2-40B4-BE49-F238E27FC236}">
                <a16:creationId xmlns:a16="http://schemas.microsoft.com/office/drawing/2014/main" id="{B19941DA-62CB-2941-794A-9E22D8185B28}"/>
              </a:ext>
            </a:extLst>
          </p:cNvPr>
          <p:cNvSpPr>
            <a:spLocks noGrp="1"/>
          </p:cNvSpPr>
          <p:nvPr>
            <p:ph type="sldNum" sz="quarter" idx="5"/>
          </p:nvPr>
        </p:nvSpPr>
        <p:spPr/>
        <p:txBody>
          <a:bodyPr/>
          <a:lstStyle/>
          <a:p>
            <a:fld id="{8C896355-3DDC-9949-861F-AD0908BFCC23}" type="slidenum">
              <a:rPr lang="en-US" smtClean="0"/>
              <a:t>25</a:t>
            </a:fld>
            <a:endParaRPr lang="en-US"/>
          </a:p>
        </p:txBody>
      </p:sp>
    </p:spTree>
    <p:extLst>
      <p:ext uri="{BB962C8B-B14F-4D97-AF65-F5344CB8AC3E}">
        <p14:creationId xmlns:p14="http://schemas.microsoft.com/office/powerpoint/2010/main" val="1876254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err="1"/>
              <a:t>Cardiac</a:t>
            </a:r>
            <a:r>
              <a:rPr lang="da-DK" dirty="0"/>
              <a:t> output = </a:t>
            </a:r>
            <a:r>
              <a:rPr lang="da-DK" dirty="0" err="1"/>
              <a:t>indicator</a:t>
            </a:r>
            <a:r>
              <a:rPr lang="da-DK" dirty="0"/>
              <a:t> </a:t>
            </a:r>
            <a:r>
              <a:rPr lang="da-DK" dirty="0" err="1"/>
              <a:t>dose</a:t>
            </a:r>
            <a:r>
              <a:rPr lang="da-DK" dirty="0"/>
              <a:t> / </a:t>
            </a:r>
            <a:r>
              <a:rPr lang="da-DK" dirty="0" err="1"/>
              <a:t>area</a:t>
            </a:r>
            <a:r>
              <a:rPr lang="da-DK" dirty="0"/>
              <a:t> under the </a:t>
            </a:r>
            <a:r>
              <a:rPr lang="da-DK" dirty="0" err="1"/>
              <a:t>concentration</a:t>
            </a:r>
            <a:r>
              <a:rPr lang="da-DK" dirty="0"/>
              <a:t> time </a:t>
            </a:r>
            <a:r>
              <a:rPr lang="da-DK" dirty="0" err="1"/>
              <a:t>curve</a:t>
            </a:r>
            <a:endParaRPr lang="da-DK" dirty="0"/>
          </a:p>
          <a:p>
            <a:endParaRPr lang="da-DK" dirty="0"/>
          </a:p>
          <a:p>
            <a:r>
              <a:rPr lang="da-DK" dirty="0"/>
              <a:t>Recirkulering sker fra fx </a:t>
            </a:r>
            <a:r>
              <a:rPr lang="da-DK" dirty="0" err="1"/>
              <a:t>coronar</a:t>
            </a:r>
            <a:r>
              <a:rPr lang="da-DK" dirty="0"/>
              <a:t> arterierne</a:t>
            </a:r>
          </a:p>
          <a:p>
            <a:endParaRPr lang="da-DK" dirty="0"/>
          </a:p>
          <a:p>
            <a:r>
              <a:rPr lang="da-DK" dirty="0"/>
              <a:t>M: </a:t>
            </a:r>
            <a:r>
              <a:rPr lang="da-DK" dirty="0" err="1"/>
              <a:t>mass</a:t>
            </a:r>
            <a:r>
              <a:rPr lang="da-DK" dirty="0"/>
              <a:t> in mg</a:t>
            </a:r>
          </a:p>
          <a:p>
            <a:r>
              <a:rPr lang="da-DK" dirty="0"/>
              <a:t>C in mg/L</a:t>
            </a:r>
          </a:p>
          <a:p>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27</a:t>
            </a:fld>
            <a:endParaRPr lang="en-US"/>
          </a:p>
        </p:txBody>
      </p:sp>
    </p:spTree>
    <p:extLst>
      <p:ext uri="{BB962C8B-B14F-4D97-AF65-F5344CB8AC3E}">
        <p14:creationId xmlns:p14="http://schemas.microsoft.com/office/powerpoint/2010/main" val="2581189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8C896355-3DDC-9949-861F-AD0908BFCC23}" type="slidenum">
              <a:rPr lang="en-US" smtClean="0"/>
              <a:t>28</a:t>
            </a:fld>
            <a:endParaRPr lang="en-US"/>
          </a:p>
        </p:txBody>
      </p:sp>
    </p:spTree>
    <p:extLst>
      <p:ext uri="{BB962C8B-B14F-4D97-AF65-F5344CB8AC3E}">
        <p14:creationId xmlns:p14="http://schemas.microsoft.com/office/powerpoint/2010/main" val="3241166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8C896355-3DDC-9949-861F-AD0908BFCC23}" type="slidenum">
              <a:rPr lang="en-US" smtClean="0"/>
              <a:t>32</a:t>
            </a:fld>
            <a:endParaRPr lang="en-US"/>
          </a:p>
        </p:txBody>
      </p:sp>
    </p:spTree>
    <p:extLst>
      <p:ext uri="{BB962C8B-B14F-4D97-AF65-F5344CB8AC3E}">
        <p14:creationId xmlns:p14="http://schemas.microsoft.com/office/powerpoint/2010/main" val="774998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Se X-</a:t>
            </a:r>
            <a:r>
              <a:rPr lang="da-DK" dirty="0" err="1"/>
              <a:t>axen</a:t>
            </a:r>
            <a:r>
              <a:rPr lang="da-DK" dirty="0"/>
              <a:t> som reference</a:t>
            </a:r>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33</a:t>
            </a:fld>
            <a:endParaRPr lang="en-US"/>
          </a:p>
        </p:txBody>
      </p:sp>
    </p:spTree>
    <p:extLst>
      <p:ext uri="{BB962C8B-B14F-4D97-AF65-F5344CB8AC3E}">
        <p14:creationId xmlns:p14="http://schemas.microsoft.com/office/powerpoint/2010/main" val="1104512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Hvordan udregner man modstanden i et kar? </a:t>
            </a:r>
          </a:p>
          <a:p>
            <a:r>
              <a:rPr lang="da-DK" dirty="0"/>
              <a:t>Hvad har betydning for modstanden? </a:t>
            </a:r>
          </a:p>
          <a:p>
            <a:r>
              <a:rPr lang="da-DK" dirty="0"/>
              <a:t>Hvilket mål har størst effekt?</a:t>
            </a:r>
          </a:p>
          <a:p>
            <a:r>
              <a:rPr lang="da-DK" dirty="0"/>
              <a:t>Hvad sker der for modstanden hvis man mindsker arealet af et kar?</a:t>
            </a:r>
            <a:endParaRPr lang="LID4096" dirty="0"/>
          </a:p>
        </p:txBody>
      </p:sp>
      <p:sp>
        <p:nvSpPr>
          <p:cNvPr id="4" name="Slide Number Placeholder 3"/>
          <p:cNvSpPr>
            <a:spLocks noGrp="1"/>
          </p:cNvSpPr>
          <p:nvPr>
            <p:ph type="sldNum" sz="quarter" idx="5"/>
          </p:nvPr>
        </p:nvSpPr>
        <p:spPr/>
        <p:txBody>
          <a:bodyPr/>
          <a:lstStyle/>
          <a:p>
            <a:fld id="{8C896355-3DDC-9949-861F-AD0908BFCC23}" type="slidenum">
              <a:rPr lang="en-US" smtClean="0"/>
              <a:t>34</a:t>
            </a:fld>
            <a:endParaRPr lang="en-US"/>
          </a:p>
        </p:txBody>
      </p:sp>
    </p:spTree>
    <p:extLst>
      <p:ext uri="{BB962C8B-B14F-4D97-AF65-F5344CB8AC3E}">
        <p14:creationId xmlns:p14="http://schemas.microsoft.com/office/powerpoint/2010/main" val="860279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ser Guide">
    <p:spTree>
      <p:nvGrpSpPr>
        <p:cNvPr id="1" name=""/>
        <p:cNvGrpSpPr/>
        <p:nvPr/>
      </p:nvGrpSpPr>
      <p:grpSpPr>
        <a:xfrm>
          <a:off x="0" y="0"/>
          <a:ext cx="0" cy="0"/>
          <a:chOff x="0" y="0"/>
          <a:chExt cx="0" cy="0"/>
        </a:xfrm>
      </p:grpSpPr>
      <p:sp>
        <p:nvSpPr>
          <p:cNvPr id="20" name="Rektangel 19"/>
          <p:cNvSpPr/>
          <p:nvPr userDrawn="1"/>
        </p:nvSpPr>
        <p:spPr>
          <a:xfrm>
            <a:off x="798591" y="1253595"/>
            <a:ext cx="10173155" cy="369332"/>
          </a:xfrm>
          <a:prstGeom prst="rect">
            <a:avLst/>
          </a:prstGeom>
        </p:spPr>
        <p:txBody>
          <a:bodyPr wrap="square" lIns="0" rtlCol="0">
            <a:spAutoFit/>
          </a:bodyPr>
          <a:lstStyle/>
          <a:p>
            <a:pPr rtl="0"/>
            <a:r>
              <a:rPr lang="en-gb" dirty="0">
                <a:solidFill>
                  <a:srgbClr val="DF6752"/>
                </a:solidFill>
                <a:latin typeface="+mn-lt"/>
              </a:rPr>
              <a:t>- REMEMBER TO DELETE THIS SLIDE BEFORE YOU FINISH YOUR PRESENTATION</a:t>
            </a:r>
            <a:endParaRPr lang="da-DK" dirty="0">
              <a:solidFill>
                <a:srgbClr val="DF6752"/>
              </a:solidFill>
              <a:latin typeface="+mn-lt"/>
            </a:endParaRPr>
          </a:p>
        </p:txBody>
      </p:sp>
      <p:sp>
        <p:nvSpPr>
          <p:cNvPr id="23" name="Text Box 48"/>
          <p:cNvSpPr txBox="1">
            <a:spLocks noChangeArrowheads="1"/>
          </p:cNvSpPr>
          <p:nvPr userDrawn="1"/>
        </p:nvSpPr>
        <p:spPr bwMode="auto">
          <a:xfrm>
            <a:off x="766763" y="1960595"/>
            <a:ext cx="2327618" cy="362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rtlCol="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rtl="0" eaLnBrk="1" hangingPunct="1">
              <a:lnSpc>
                <a:spcPct val="100000"/>
              </a:lnSpc>
              <a:spcAft>
                <a:spcPts val="600"/>
              </a:spcAft>
              <a:defRPr/>
            </a:pPr>
            <a:r>
              <a:rPr lang="en-gb" sz="1000" b="1" spc="300" noProof="1">
                <a:solidFill>
                  <a:schemeClr val="tx1"/>
                </a:solidFill>
                <a:latin typeface="+mn-lt"/>
                <a:cs typeface="Arial" panose="020B0604020202020204" pitchFamily="34" charset="0"/>
              </a:rPr>
              <a:t>AAU POWERPOINT TEMPLATES</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en-gb" sz="900" b="0" dirty="0">
                <a:effectLst/>
                <a:latin typeface="+mn-lt"/>
                <a:ea typeface="Calibri" panose="020F0502020204030204" pitchFamily="34" charset="0"/>
                <a:cs typeface="Times New Roman" panose="02020603050405020304" pitchFamily="18" charset="0"/>
              </a:rPr>
              <a:t>When you open PowerPoint, you can choose between two templates in widescreen (16:9) with the AAU logo in either Danish or English.</a:t>
            </a:r>
            <a:endParaRPr lang="da-DK" sz="900" b="0" dirty="0">
              <a:effectLst/>
              <a:latin typeface="+mn-lt"/>
              <a:ea typeface="Calibri" panose="020F0502020204030204" pitchFamily="34" charset="0"/>
              <a:cs typeface="Times New Roman" panose="02020603050405020304" pitchFamily="18" charset="0"/>
            </a:endParaRPr>
          </a:p>
          <a:p>
            <a:pPr rtl="0">
              <a:lnSpc>
                <a:spcPct val="100000"/>
              </a:lnSpc>
              <a:spcAft>
                <a:spcPts val="1000"/>
              </a:spcAft>
            </a:pPr>
            <a:r>
              <a:rPr lang="en-gb" sz="900" b="0" dirty="0">
                <a:effectLst/>
                <a:latin typeface="+mn-lt"/>
                <a:ea typeface="Calibri" panose="020F0502020204030204" pitchFamily="34" charset="0"/>
                <a:cs typeface="Times New Roman" panose="02020603050405020304" pitchFamily="18" charset="0"/>
              </a:rPr>
              <a:t>You can also download the templates at: </a:t>
            </a:r>
            <a:r>
              <a:rPr lang="en-gb" sz="900" b="0" dirty="0">
                <a:effectLst/>
                <a:latin typeface="+mn-lt"/>
                <a:ea typeface="Calibri" panose="020F0502020204030204" pitchFamily="34" charset="0"/>
                <a:cs typeface="Times New Roman" panose="02020603050405020304" pitchFamily="18" charset="0"/>
                <a:hlinkClick r:id="rId2"/>
              </a:rPr>
              <a:t>www.design.aau.dk/skabeloner/powerpoint</a:t>
            </a:r>
            <a:r>
              <a:rPr lang="en-gb" sz="900" b="0" dirty="0">
                <a:effectLst/>
                <a:latin typeface="+mn-lt"/>
                <a:ea typeface="Calibri" panose="020F0502020204030204" pitchFamily="34" charset="0"/>
                <a:cs typeface="Times New Roman" panose="02020603050405020304" pitchFamily="18" charset="0"/>
              </a:rPr>
              <a:t>You can also download the AAU PowerPoint presentation for inspiration. We will make sure that the AAU PowerPoint presentation available for download is updated with the latest figures and information. When you download the AAU PowerPoint presentation, you can simply delete the slides you do not wish to use in your own presentation. </a:t>
            </a:r>
          </a:p>
          <a:p>
            <a:pPr marL="0" marR="0" lvl="0" indent="0" algn="l" defTabSz="914330" rtl="0" eaLnBrk="0" fontAlgn="auto" latinLnBrk="0" hangingPunct="0">
              <a:lnSpc>
                <a:spcPct val="100000"/>
              </a:lnSpc>
              <a:spcBef>
                <a:spcPts val="0"/>
              </a:spcBef>
              <a:spcAft>
                <a:spcPts val="1000"/>
              </a:spcAft>
              <a:buClrTx/>
              <a:buSzTx/>
              <a:buFontTx/>
              <a:buNone/>
              <a:tabLst/>
              <a:defRPr/>
            </a:pPr>
            <a:r>
              <a:rPr lang="en-gb" sz="1000" b="1" kern="1200" spc="300" noProof="1">
                <a:solidFill>
                  <a:schemeClr val="tx1"/>
                </a:solidFill>
                <a:latin typeface="+mn-lt"/>
                <a:ea typeface="+mn-ea"/>
                <a:cs typeface="Arial" panose="020B0604020202020204" pitchFamily="34" charset="0"/>
              </a:rPr>
              <a:t>FONTS</a:t>
            </a:r>
            <a:br>
              <a:rPr lang="da-DK" sz="1000" b="1" kern="1200" spc="300" noProof="1">
                <a:solidFill>
                  <a:schemeClr val="tx1"/>
                </a:solidFill>
                <a:latin typeface="+mn-lt"/>
                <a:ea typeface="+mn-ea"/>
                <a:cs typeface="Arial" panose="020B0604020202020204" pitchFamily="34" charset="0"/>
              </a:rPr>
            </a:br>
            <a:br>
              <a:rPr lang="da-DK" sz="1050" b="1" kern="1200" noProof="1">
                <a:solidFill>
                  <a:schemeClr val="tx1"/>
                </a:solidFill>
                <a:latin typeface="+mn-lt"/>
                <a:ea typeface="+mn-ea"/>
                <a:cs typeface="Arial" panose="020B0604020202020204" pitchFamily="34" charset="0"/>
              </a:rPr>
            </a:br>
            <a:r>
              <a:rPr lang="en-gb" sz="900" b="0" kern="1200" noProof="1">
                <a:solidFill>
                  <a:schemeClr val="tx1"/>
                </a:solidFill>
                <a:latin typeface="+mn-lt"/>
                <a:ea typeface="+mn-ea"/>
                <a:cs typeface="Arial" panose="020B0604020202020204" pitchFamily="34" charset="0"/>
              </a:rPr>
              <a:t>In PowerPoint presentations we use AAU’s secondary font Arial.</a:t>
            </a:r>
          </a:p>
          <a:p>
            <a:pPr rtl="0">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24" name="Text Box 48"/>
          <p:cNvSpPr txBox="1">
            <a:spLocks noChangeArrowheads="1"/>
          </p:cNvSpPr>
          <p:nvPr userDrawn="1"/>
        </p:nvSpPr>
        <p:spPr bwMode="auto">
          <a:xfrm>
            <a:off x="6397256" y="1960595"/>
            <a:ext cx="2327618" cy="386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rtlCol="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rtl="0" eaLnBrk="1" hangingPunct="1">
              <a:lnSpc>
                <a:spcPct val="90000"/>
              </a:lnSpc>
              <a:spcAft>
                <a:spcPts val="600"/>
              </a:spcAft>
              <a:defRPr/>
            </a:pPr>
            <a:r>
              <a:rPr lang="en-gb" sz="1000" b="1" kern="1200" spc="300" noProof="1">
                <a:solidFill>
                  <a:schemeClr val="tx1"/>
                </a:solidFill>
                <a:latin typeface="+mn-lt"/>
                <a:ea typeface="+mn-ea"/>
                <a:cs typeface="Arial" panose="020B0604020202020204" pitchFamily="34" charset="0"/>
              </a:rPr>
              <a:t>TEMPLATE COLOURS</a:t>
            </a:r>
          </a:p>
          <a:p>
            <a:pPr rtl="0" eaLnBrk="1" hangingPunct="1">
              <a:lnSpc>
                <a:spcPct val="90000"/>
              </a:lnSpc>
              <a:spcAft>
                <a:spcPts val="600"/>
              </a:spcAft>
              <a:defRPr/>
            </a:pPr>
            <a:br>
              <a:rPr lang="da-DK" sz="1100" b="1" kern="1200" noProof="1">
                <a:solidFill>
                  <a:schemeClr val="tx1"/>
                </a:solidFill>
                <a:latin typeface="+mn-lt"/>
                <a:ea typeface="+mn-ea"/>
                <a:cs typeface="Arial" panose="020B0604020202020204" pitchFamily="34" charset="0"/>
              </a:rPr>
            </a:br>
            <a:r>
              <a:rPr lang="en-gb" sz="900" b="0" kern="1200" noProof="1">
                <a:solidFill>
                  <a:schemeClr val="tx1"/>
                </a:solidFill>
                <a:latin typeface="+mn-lt"/>
                <a:ea typeface="+mn-ea"/>
                <a:cs typeface="Arial" panose="020B0604020202020204" pitchFamily="34" charset="0"/>
              </a:rPr>
              <a:t>You can choose from a range of colours for your backgrounds and graphs.</a:t>
            </a:r>
          </a:p>
          <a:p>
            <a:pPr rtl="0" eaLnBrk="1" hangingPunct="1">
              <a:lnSpc>
                <a:spcPct val="90000"/>
              </a:lnSpc>
              <a:spcAft>
                <a:spcPts val="600"/>
              </a:spcAft>
              <a:defRPr/>
            </a:pPr>
            <a:r>
              <a:rPr lang="en-gb" sz="900" b="0" kern="1200" noProof="1">
                <a:solidFill>
                  <a:schemeClr val="tx1"/>
                </a:solidFill>
                <a:latin typeface="+mn-lt"/>
                <a:ea typeface="+mn-ea"/>
                <a:cs typeface="Arial" panose="020B0604020202020204" pitchFamily="34" charset="0"/>
              </a:rPr>
              <a:t>Right-click the shape you wish to fill with colour and select the paint bucket (Shape fill)</a:t>
            </a:r>
          </a:p>
          <a:p>
            <a:pPr rtl="0"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rtl="0" eaLnBrk="1" hangingPunct="1">
              <a:lnSpc>
                <a:spcPct val="90000"/>
              </a:lnSpc>
              <a:spcAft>
                <a:spcPts val="600"/>
              </a:spcAft>
              <a:defRPr/>
            </a:pPr>
            <a:r>
              <a:rPr lang="en-gb" sz="1000" b="1" spc="300" noProof="1">
                <a:solidFill>
                  <a:schemeClr val="tx1"/>
                </a:solidFill>
                <a:latin typeface="+mn-lt"/>
                <a:cs typeface="Arial" panose="020B0604020202020204" pitchFamily="34" charset="0"/>
              </a:rPr>
              <a:t>IMAGE SIZE</a:t>
            </a:r>
          </a:p>
          <a:p>
            <a:pPr rtl="0" eaLnBrk="1" hangingPunct="1">
              <a:lnSpc>
                <a:spcPct val="90000"/>
              </a:lnSpc>
              <a:spcAft>
                <a:spcPts val="600"/>
              </a:spcAft>
              <a:defRPr/>
            </a:pPr>
            <a:br>
              <a:rPr lang="da-DK" sz="1000" b="1" noProof="1">
                <a:solidFill>
                  <a:schemeClr val="tx1"/>
                </a:solidFill>
                <a:latin typeface="+mn-lt"/>
                <a:cs typeface="Arial" panose="020B0604020202020204" pitchFamily="34" charset="0"/>
              </a:rPr>
            </a:br>
            <a:r>
              <a:rPr lang="en-gb" sz="900" b="0" noProof="1">
                <a:solidFill>
                  <a:schemeClr val="tx1"/>
                </a:solidFill>
                <a:latin typeface="+mn-lt"/>
                <a:cs typeface="Arial" panose="020B0604020202020204" pitchFamily="34" charset="0"/>
              </a:rPr>
              <a:t>Remember to use high-quality images for your layouts. Avoid making small images larger, the images become very poor quality and appear grainy and unprofessional. </a:t>
            </a:r>
          </a:p>
          <a:p>
            <a:pPr rtl="0" eaLnBrk="1" hangingPunct="1">
              <a:lnSpc>
                <a:spcPct val="90000"/>
              </a:lnSpc>
              <a:spcAft>
                <a:spcPts val="600"/>
              </a:spcAft>
              <a:defRPr/>
            </a:pPr>
            <a:r>
              <a:rPr lang="en-gb" sz="900" b="0" noProof="1">
                <a:solidFill>
                  <a:schemeClr val="tx1"/>
                </a:solidFill>
                <a:latin typeface="+mn-lt"/>
                <a:cs typeface="Arial" panose="020B0604020202020204" pitchFamily="34" charset="0"/>
              </a:rPr>
              <a:t>You can search for and download high-quality AAU images in Skyfish. </a:t>
            </a:r>
          </a:p>
          <a:p>
            <a:pPr rtl="0" eaLnBrk="1" hangingPunct="1">
              <a:lnSpc>
                <a:spcPct val="90000"/>
              </a:lnSpc>
              <a:spcAft>
                <a:spcPts val="600"/>
              </a:spcAft>
              <a:defRPr/>
            </a:pPr>
            <a:r>
              <a:rPr lang="en-gb" sz="900" b="0" noProof="1">
                <a:solidFill>
                  <a:schemeClr val="tx1"/>
                </a:solidFill>
                <a:latin typeface="+mn-lt"/>
                <a:cs typeface="Arial" panose="020B0604020202020204" pitchFamily="34" charset="0"/>
              </a:rPr>
              <a:t>Naturally, many high-quality images will increase the overall size of your PowerPoint file. If your PowerPoint file becomes too big, you can resize it when you save your presentation, select </a:t>
            </a:r>
            <a:r>
              <a:rPr lang="en-gb" sz="900" b="1" noProof="1">
                <a:solidFill>
                  <a:schemeClr val="tx1"/>
                </a:solidFill>
                <a:latin typeface="+mn-lt"/>
                <a:cs typeface="Arial" panose="020B0604020202020204" pitchFamily="34" charset="0"/>
              </a:rPr>
              <a:t>Save as</a:t>
            </a:r>
            <a:r>
              <a:rPr lang="en-gb" sz="900" noProof="1">
                <a:solidFill>
                  <a:schemeClr val="tx1"/>
                </a:solidFill>
                <a:latin typeface="+mn-lt"/>
                <a:cs typeface="Arial" panose="020B0604020202020204" pitchFamily="34" charset="0"/>
              </a:rPr>
              <a:t>, </a:t>
            </a:r>
            <a:r>
              <a:rPr lang="en-US" sz="900" noProof="1">
                <a:solidFill>
                  <a:schemeClr val="tx1"/>
                </a:solidFill>
                <a:latin typeface="+mn-lt"/>
                <a:cs typeface="Arial" panose="020B0604020202020204" pitchFamily="34" charset="0"/>
              </a:rPr>
              <a:t>select a destination folder by clicking Browse, </a:t>
            </a:r>
            <a:r>
              <a:rPr lang="en-gb" sz="900" noProof="1">
                <a:solidFill>
                  <a:schemeClr val="tx1"/>
                </a:solidFill>
                <a:latin typeface="+mn-lt"/>
                <a:cs typeface="Arial" panose="020B0604020202020204" pitchFamily="34" charset="0"/>
              </a:rPr>
              <a:t>click the </a:t>
            </a:r>
            <a:r>
              <a:rPr lang="en-gb" sz="900" b="1" noProof="1">
                <a:solidFill>
                  <a:schemeClr val="tx1"/>
                </a:solidFill>
                <a:latin typeface="+mn-lt"/>
                <a:cs typeface="Arial" panose="020B0604020202020204" pitchFamily="34" charset="0"/>
              </a:rPr>
              <a:t>Tools </a:t>
            </a:r>
            <a:r>
              <a:rPr lang="en-gb" sz="900" noProof="1">
                <a:solidFill>
                  <a:schemeClr val="tx1"/>
                </a:solidFill>
                <a:latin typeface="+mn-lt"/>
                <a:cs typeface="Arial" panose="020B0604020202020204" pitchFamily="34" charset="0"/>
              </a:rPr>
              <a:t>button and select</a:t>
            </a:r>
            <a:r>
              <a:rPr lang="en-gb" sz="900" b="1" noProof="1">
                <a:solidFill>
                  <a:schemeClr val="tx1"/>
                </a:solidFill>
                <a:latin typeface="+mn-lt"/>
                <a:cs typeface="Arial" panose="020B0604020202020204" pitchFamily="34" charset="0"/>
              </a:rPr>
              <a:t> Compress pictures. </a:t>
            </a:r>
            <a:r>
              <a:rPr lang="en-gb" sz="900" b="0" noProof="1">
                <a:solidFill>
                  <a:schemeClr val="tx1"/>
                </a:solidFill>
                <a:latin typeface="+mn-lt"/>
                <a:cs typeface="Arial" panose="020B0604020202020204" pitchFamily="34" charset="0"/>
              </a:rPr>
              <a:t>Always select Screen (150 ppi) or above. </a:t>
            </a:r>
          </a:p>
        </p:txBody>
      </p:sp>
      <p:sp>
        <p:nvSpPr>
          <p:cNvPr id="25" name="Text Box 48"/>
          <p:cNvSpPr txBox="1">
            <a:spLocks noChangeArrowheads="1"/>
          </p:cNvSpPr>
          <p:nvPr userDrawn="1"/>
        </p:nvSpPr>
        <p:spPr bwMode="auto">
          <a:xfrm>
            <a:off x="9116078" y="1959811"/>
            <a:ext cx="2285301" cy="3773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rtlCol="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rtl="0" eaLnBrk="1" hangingPunct="1">
              <a:lnSpc>
                <a:spcPct val="90000"/>
              </a:lnSpc>
              <a:spcAft>
                <a:spcPts val="600"/>
              </a:spcAft>
              <a:defRPr/>
            </a:pPr>
            <a:r>
              <a:rPr lang="en-gb" sz="1000" b="1" kern="1200" spc="300" noProof="1">
                <a:solidFill>
                  <a:schemeClr val="tx1"/>
                </a:solidFill>
                <a:latin typeface="+mn-lt"/>
                <a:ea typeface="+mn-ea"/>
                <a:cs typeface="Arial" panose="020B0604020202020204" pitchFamily="34" charset="0"/>
              </a:rPr>
              <a:t>INSERT IMAGES</a:t>
            </a:r>
          </a:p>
          <a:p>
            <a:pPr rtl="0" eaLnBrk="1" hangingPunct="1">
              <a:lnSpc>
                <a:spcPct val="90000"/>
              </a:lnSpc>
              <a:spcAft>
                <a:spcPts val="600"/>
              </a:spcAft>
              <a:defRPr/>
            </a:pPr>
            <a:br>
              <a:rPr lang="da-DK" sz="1100" b="1" kern="1200" noProof="1">
                <a:solidFill>
                  <a:schemeClr val="tx1"/>
                </a:solidFill>
                <a:latin typeface="+mn-lt"/>
                <a:ea typeface="+mn-ea"/>
                <a:cs typeface="Arial" panose="020B0604020202020204" pitchFamily="34" charset="0"/>
              </a:rPr>
            </a:br>
            <a:r>
              <a:rPr lang="en-gb" sz="900" b="0" kern="1200" noProof="1">
                <a:solidFill>
                  <a:schemeClr val="tx1"/>
                </a:solidFill>
                <a:latin typeface="+mn-lt"/>
                <a:ea typeface="+mn-ea"/>
                <a:cs typeface="Arial" panose="020B0604020202020204" pitchFamily="34" charset="0"/>
              </a:rPr>
              <a:t>For layouts containing picture placeholders: Click on the icon in the placeholder or select </a:t>
            </a:r>
            <a:r>
              <a:rPr lang="en-gb" sz="900" b="1" kern="1200" noProof="1">
                <a:solidFill>
                  <a:schemeClr val="tx1"/>
                </a:solidFill>
                <a:latin typeface="+mn-lt"/>
                <a:ea typeface="+mn-ea"/>
                <a:cs typeface="Arial" panose="020B0604020202020204" pitchFamily="34" charset="0"/>
              </a:rPr>
              <a:t>Insert </a:t>
            </a:r>
            <a:r>
              <a:rPr lang="en-gb" sz="900" kern="1200" noProof="1">
                <a:solidFill>
                  <a:schemeClr val="tx1"/>
                </a:solidFill>
                <a:latin typeface="+mn-lt"/>
                <a:ea typeface="+mn-ea"/>
                <a:cs typeface="Arial" panose="020B0604020202020204" pitchFamily="34" charset="0"/>
              </a:rPr>
              <a:t>and click </a:t>
            </a:r>
            <a:r>
              <a:rPr lang="en-gb" sz="900" b="1" kern="1200" noProof="1">
                <a:solidFill>
                  <a:schemeClr val="tx1"/>
                </a:solidFill>
                <a:latin typeface="+mn-lt"/>
                <a:ea typeface="+mn-ea"/>
                <a:cs typeface="Arial" panose="020B0604020202020204" pitchFamily="34" charset="0"/>
              </a:rPr>
              <a:t>Pictures</a:t>
            </a:r>
          </a:p>
          <a:p>
            <a:pPr rtl="0" eaLnBrk="1" hangingPunct="1">
              <a:lnSpc>
                <a:spcPct val="90000"/>
              </a:lnSpc>
              <a:spcAft>
                <a:spcPts val="600"/>
              </a:spcAft>
              <a:defRPr/>
            </a:pPr>
            <a:r>
              <a:rPr lang="en-gb" sz="900" b="0" kern="1200" noProof="1">
                <a:solidFill>
                  <a:schemeClr val="tx1"/>
                </a:solidFill>
                <a:latin typeface="+mn-lt"/>
                <a:ea typeface="+mn-ea"/>
                <a:cs typeface="Arial" panose="020B0604020202020204" pitchFamily="34" charset="0"/>
              </a:rPr>
              <a:t>The text in the placeholder will not appear in your final presentation  </a:t>
            </a:r>
          </a:p>
          <a:p>
            <a:pPr rtl="0" eaLnBrk="1" hangingPunct="1">
              <a:lnSpc>
                <a:spcPct val="90000"/>
              </a:lnSpc>
              <a:spcAft>
                <a:spcPts val="600"/>
              </a:spcAft>
              <a:defRPr/>
            </a:pPr>
            <a:endParaRPr lang="da-DK" sz="1000" b="1" noProof="1">
              <a:solidFill>
                <a:schemeClr val="tx1"/>
              </a:solidFill>
              <a:latin typeface="+mn-lt"/>
              <a:cs typeface="Arial" panose="020B0604020202020204" pitchFamily="34" charset="0"/>
            </a:endParaRPr>
          </a:p>
          <a:p>
            <a:pPr rtl="0" eaLnBrk="1" hangingPunct="1">
              <a:lnSpc>
                <a:spcPct val="90000"/>
              </a:lnSpc>
              <a:spcAft>
                <a:spcPts val="600"/>
              </a:spcAft>
              <a:defRPr/>
            </a:pPr>
            <a:r>
              <a:rPr lang="en-gb" sz="1000" b="1" spc="300" noProof="1">
                <a:solidFill>
                  <a:schemeClr val="tx1"/>
                </a:solidFill>
                <a:latin typeface="+mn-lt"/>
                <a:cs typeface="Arial" panose="020B0604020202020204" pitchFamily="34" charset="0"/>
              </a:rPr>
              <a:t>CROP IMAGES</a:t>
            </a:r>
          </a:p>
          <a:p>
            <a:pPr rtl="0" eaLnBrk="1" hangingPunct="1">
              <a:lnSpc>
                <a:spcPct val="90000"/>
              </a:lnSpc>
              <a:spcAft>
                <a:spcPts val="600"/>
              </a:spcAft>
              <a:defRPr/>
            </a:pPr>
            <a:br>
              <a:rPr lang="da-DK" sz="1000" b="1" noProof="1">
                <a:solidFill>
                  <a:schemeClr val="tx1"/>
                </a:solidFill>
                <a:latin typeface="+mn-lt"/>
                <a:cs typeface="Arial" panose="020B0604020202020204" pitchFamily="34" charset="0"/>
              </a:rPr>
            </a:br>
            <a:r>
              <a:rPr lang="en-gb" sz="900" b="1" noProof="1">
                <a:solidFill>
                  <a:schemeClr val="tx1"/>
                </a:solidFill>
                <a:latin typeface="+mn-lt"/>
                <a:cs typeface="Arial" panose="020B0604020202020204" pitchFamily="34" charset="0"/>
              </a:rPr>
              <a:t>1.</a:t>
            </a:r>
            <a:r>
              <a:rPr lang="en-gb" sz="900" b="0" noProof="1">
                <a:solidFill>
                  <a:schemeClr val="tx1"/>
                </a:solidFill>
                <a:latin typeface="+mn-lt"/>
                <a:cs typeface="Arial" panose="020B0604020202020204" pitchFamily="34" charset="0"/>
              </a:rPr>
              <a:t> Select the image you want to crop, </a:t>
            </a:r>
            <a:r>
              <a:rPr lang="en-gb" sz="900" b="0" i="1" noProof="1">
                <a:solidFill>
                  <a:schemeClr val="tx1"/>
                </a:solidFill>
                <a:latin typeface="+mn-lt"/>
                <a:cs typeface="Arial" panose="020B0604020202020204" pitchFamily="34" charset="0"/>
              </a:rPr>
              <a:t>(rightclick</a:t>
            </a:r>
            <a:r>
              <a:rPr lang="en-gb" sz="900" b="0" i="1" baseline="0" noProof="1">
                <a:solidFill>
                  <a:schemeClr val="tx1"/>
                </a:solidFill>
                <a:latin typeface="+mn-lt"/>
                <a:cs typeface="Arial" panose="020B0604020202020204" pitchFamily="34" charset="0"/>
              </a:rPr>
              <a:t> on image and </a:t>
            </a:r>
            <a:r>
              <a:rPr lang="en-gb" sz="900" b="0" i="1" noProof="1">
                <a:solidFill>
                  <a:schemeClr val="tx1"/>
                </a:solidFill>
                <a:latin typeface="+mn-lt"/>
                <a:cs typeface="Arial" panose="020B0604020202020204" pitchFamily="34" charset="0"/>
              </a:rPr>
              <a:t>click on the </a:t>
            </a:r>
            <a:r>
              <a:rPr lang="en-gb" sz="900" b="1" i="1" noProof="1">
                <a:solidFill>
                  <a:schemeClr val="tx1"/>
                </a:solidFill>
                <a:latin typeface="+mn-lt"/>
                <a:cs typeface="Arial" panose="020B0604020202020204" pitchFamily="34" charset="0"/>
              </a:rPr>
              <a:t>Crop </a:t>
            </a:r>
            <a:r>
              <a:rPr lang="en-gb" sz="900" b="0" i="1" noProof="1">
                <a:solidFill>
                  <a:schemeClr val="tx1"/>
                </a:solidFill>
                <a:latin typeface="+mn-lt"/>
                <a:cs typeface="Arial" panose="020B0604020202020204" pitchFamily="34" charset="0"/>
              </a:rPr>
              <a:t>icon) </a:t>
            </a:r>
          </a:p>
          <a:p>
            <a:pPr rtl="0" eaLnBrk="1" hangingPunct="1">
              <a:lnSpc>
                <a:spcPct val="90000"/>
              </a:lnSpc>
              <a:spcAft>
                <a:spcPts val="600"/>
              </a:spcAft>
              <a:defRPr/>
            </a:pPr>
            <a:r>
              <a:rPr lang="en-gb" sz="900" b="1" noProof="1">
                <a:solidFill>
                  <a:schemeClr val="tx1"/>
                </a:solidFill>
                <a:latin typeface="+mn-lt"/>
                <a:cs typeface="Arial" panose="020B0604020202020204" pitchFamily="34" charset="0"/>
              </a:rPr>
              <a:t>2. </a:t>
            </a:r>
            <a:r>
              <a:rPr lang="en-gb" sz="900" b="0" noProof="1">
                <a:solidFill>
                  <a:schemeClr val="tx1"/>
                </a:solidFill>
                <a:latin typeface="+mn-lt"/>
                <a:cs typeface="Arial" panose="020B0604020202020204" pitchFamily="34" charset="0"/>
              </a:rPr>
              <a:t>To scale the image (resize the image proportionally), hold the </a:t>
            </a:r>
            <a:r>
              <a:rPr lang="en-gb" sz="900" b="1" noProof="1">
                <a:solidFill>
                  <a:schemeClr val="tx1"/>
                </a:solidFill>
                <a:latin typeface="+mn-lt"/>
                <a:cs typeface="Arial" panose="020B0604020202020204" pitchFamily="34" charset="0"/>
              </a:rPr>
              <a:t>SHIFT</a:t>
            </a:r>
            <a:r>
              <a:rPr lang="en-gb" sz="900" b="0" noProof="1">
                <a:solidFill>
                  <a:schemeClr val="tx1"/>
                </a:solidFill>
                <a:latin typeface="+mn-lt"/>
                <a:cs typeface="Arial" panose="020B0604020202020204" pitchFamily="34" charset="0"/>
              </a:rPr>
              <a:t> key while you drag one of the four corner handles</a:t>
            </a:r>
          </a:p>
          <a:p>
            <a:pPr rtl="0" eaLnBrk="1" hangingPunct="1">
              <a:lnSpc>
                <a:spcPct val="90000"/>
              </a:lnSpc>
              <a:spcAft>
                <a:spcPts val="600"/>
              </a:spcAft>
              <a:defRPr/>
            </a:pPr>
            <a:r>
              <a:rPr lang="en-gb" sz="900" b="1" noProof="1">
                <a:solidFill>
                  <a:schemeClr val="tx1"/>
                </a:solidFill>
                <a:latin typeface="+mn-lt"/>
                <a:cs typeface="Arial" panose="020B0604020202020204" pitchFamily="34" charset="0"/>
              </a:rPr>
              <a:t>3. </a:t>
            </a:r>
            <a:r>
              <a:rPr lang="en-gb" sz="900" b="0" noProof="1">
                <a:solidFill>
                  <a:schemeClr val="tx1"/>
                </a:solidFill>
                <a:latin typeface="+mn-lt"/>
                <a:cs typeface="Arial" panose="020B0604020202020204" pitchFamily="34" charset="0"/>
              </a:rPr>
              <a:t>Right-click the image and select </a:t>
            </a:r>
            <a:r>
              <a:rPr lang="en-gb" sz="900" b="1" noProof="1">
                <a:solidFill>
                  <a:schemeClr val="tx1"/>
                </a:solidFill>
                <a:latin typeface="+mn-lt"/>
                <a:cs typeface="Arial" panose="020B0604020202020204" pitchFamily="34" charset="0"/>
              </a:rPr>
              <a:t>Send to back</a:t>
            </a:r>
          </a:p>
          <a:p>
            <a:pPr rtl="0" eaLnBrk="1" hangingPunct="1">
              <a:lnSpc>
                <a:spcPct val="90000"/>
              </a:lnSpc>
              <a:spcAft>
                <a:spcPts val="600"/>
              </a:spcAft>
              <a:defRPr/>
            </a:pPr>
            <a:r>
              <a:rPr lang="en-gb" sz="900" b="1" noProof="1">
                <a:solidFill>
                  <a:schemeClr val="tx1"/>
                </a:solidFill>
                <a:latin typeface="+mn-lt"/>
                <a:cs typeface="Arial" panose="020B0604020202020204" pitchFamily="34" charset="0"/>
              </a:rPr>
              <a:t>Quick tip: </a:t>
            </a:r>
            <a:r>
              <a:rPr lang="en-gb" sz="900" b="0" noProof="1">
                <a:solidFill>
                  <a:schemeClr val="tx1"/>
                </a:solidFill>
                <a:latin typeface="+mn-lt"/>
                <a:cs typeface="Arial" panose="020B0604020202020204" pitchFamily="34" charset="0"/>
              </a:rPr>
              <a:t>If you delete the image and replace it with a new image, this image may appear in front of the text and graphics. If this happens, right-click the image and select </a:t>
            </a:r>
            <a:r>
              <a:rPr lang="en-gb" sz="900" b="1" noProof="1">
                <a:solidFill>
                  <a:schemeClr val="tx1"/>
                </a:solidFill>
                <a:latin typeface="+mn-lt"/>
                <a:cs typeface="Arial" panose="020B0604020202020204" pitchFamily="34" charset="0"/>
              </a:rPr>
              <a:t>Send to back</a:t>
            </a:r>
          </a:p>
        </p:txBody>
      </p:sp>
      <p:sp>
        <p:nvSpPr>
          <p:cNvPr id="26" name="Text Box 48"/>
          <p:cNvSpPr txBox="1">
            <a:spLocks noChangeArrowheads="1"/>
          </p:cNvSpPr>
          <p:nvPr userDrawn="1"/>
        </p:nvSpPr>
        <p:spPr bwMode="auto">
          <a:xfrm>
            <a:off x="9116078" y="5823191"/>
            <a:ext cx="2517848"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rtlCol="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rtl="0" eaLnBrk="1" hangingPunct="1">
              <a:lnSpc>
                <a:spcPct val="90000"/>
              </a:lnSpc>
              <a:spcAft>
                <a:spcPts val="600"/>
              </a:spcAft>
              <a:defRPr/>
            </a:pPr>
            <a:r>
              <a:rPr lang="en-gb" sz="1000" b="1" spc="300" noProof="1">
                <a:solidFill>
                  <a:schemeClr val="tx1"/>
                </a:solidFill>
                <a:latin typeface="+mn-lt"/>
                <a:cs typeface="Arial" panose="020B0604020202020204" pitchFamily="34" charset="0"/>
              </a:rPr>
              <a:t>MORE INFORMATION</a:t>
            </a:r>
          </a:p>
          <a:p>
            <a:pPr rtl="0" eaLnBrk="1" hangingPunct="1">
              <a:lnSpc>
                <a:spcPct val="90000"/>
              </a:lnSpc>
              <a:spcAft>
                <a:spcPts val="600"/>
              </a:spcAft>
              <a:defRPr/>
            </a:pPr>
            <a:r>
              <a:rPr lang="en-gb" sz="900" b="0" noProof="1">
                <a:solidFill>
                  <a:schemeClr val="tx1"/>
                </a:solidFill>
                <a:latin typeface="+mn-lt"/>
                <a:cs typeface="Arial" panose="020B0604020202020204" pitchFamily="34" charset="0"/>
              </a:rPr>
              <a:t>You’ll find more information at</a:t>
            </a:r>
            <a:br>
              <a:rPr lang="da-DK" sz="900" b="0" baseline="0" noProof="1">
                <a:solidFill>
                  <a:schemeClr val="tx1"/>
                </a:solidFill>
                <a:latin typeface="+mn-lt"/>
                <a:cs typeface="Arial" panose="020B0604020202020204" pitchFamily="34" charset="0"/>
              </a:rPr>
            </a:br>
            <a:r>
              <a:rPr lang="en-gb" sz="900" b="0" kern="1200" dirty="0">
                <a:solidFill>
                  <a:schemeClr val="tx1"/>
                </a:solidFill>
                <a:effectLst/>
                <a:latin typeface="+mn-lt"/>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n-lt"/>
              <a:cs typeface="Arial" panose="020B0604020202020204" pitchFamily="34" charset="0"/>
            </a:endParaRPr>
          </a:p>
        </p:txBody>
      </p:sp>
      <p:sp>
        <p:nvSpPr>
          <p:cNvPr id="27" name="Text Box 48"/>
          <p:cNvSpPr txBox="1">
            <a:spLocks noChangeArrowheads="1"/>
          </p:cNvSpPr>
          <p:nvPr userDrawn="1"/>
        </p:nvSpPr>
        <p:spPr bwMode="auto">
          <a:xfrm>
            <a:off x="3557551" y="1959811"/>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rtlCol="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en-gb" sz="1000" b="1" kern="1200" spc="300" noProof="1">
                <a:solidFill>
                  <a:schemeClr val="tx1"/>
                </a:solidFill>
                <a:latin typeface="+mn-lt"/>
                <a:ea typeface="+mn-ea"/>
                <a:cs typeface="Arial" panose="020B0604020202020204" pitchFamily="34" charset="0"/>
              </a:rPr>
              <a:t>INSERT A NEW SLIDE</a:t>
            </a:r>
            <a:r>
              <a:rPr lang="en-gb" sz="900" b="0" kern="1200" spc="0" noProof="1">
                <a:solidFill>
                  <a:schemeClr val="tx1"/>
                </a:solidFill>
                <a:latin typeface="+mn-lt"/>
                <a:ea typeface="+mn-ea"/>
                <a:cs typeface="Arial" panose="020B0604020202020204" pitchFamily="34" charset="0"/>
              </a:rPr>
              <a:t> </a:t>
            </a:r>
          </a:p>
          <a:p>
            <a:pPr marL="0" marR="0" lvl="0" indent="0" algn="l" defTabSz="914330" rtl="0" eaLnBrk="1" fontAlgn="auto" latinLnBrk="0" hangingPunct="1">
              <a:lnSpc>
                <a:spcPct val="100000"/>
              </a:lnSpc>
              <a:spcBef>
                <a:spcPts val="0"/>
              </a:spcBef>
              <a:spcAft>
                <a:spcPts val="600"/>
              </a:spcAft>
              <a:buClrTx/>
              <a:buSzTx/>
              <a:buFontTx/>
              <a:buNone/>
              <a:tabLst/>
              <a:defRPr/>
            </a:pPr>
            <a:r>
              <a:rPr lang="en-gb" sz="900" b="0" kern="1200" spc="0" noProof="1">
                <a:solidFill>
                  <a:schemeClr val="tx1"/>
                </a:solidFill>
                <a:latin typeface="+mn-lt"/>
                <a:ea typeface="+mn-ea"/>
                <a:cs typeface="Arial" panose="020B0604020202020204" pitchFamily="34" charset="0"/>
              </a:rPr>
              <a:t> </a:t>
            </a:r>
            <a:br>
              <a:rPr lang="da-DK" sz="800" b="1" kern="1200" noProof="1">
                <a:solidFill>
                  <a:schemeClr val="tx1"/>
                </a:solidFill>
                <a:latin typeface="+mn-lt"/>
                <a:ea typeface="+mn-ea"/>
                <a:cs typeface="Arial" panose="020B0604020202020204" pitchFamily="34" charset="0"/>
              </a:rPr>
            </a:br>
            <a:r>
              <a:rPr lang="en-gb" sz="900" b="1" kern="1200" noProof="1">
                <a:solidFill>
                  <a:schemeClr val="tx1"/>
                </a:solidFill>
                <a:latin typeface="+mn-lt"/>
                <a:ea typeface="+mn-ea"/>
                <a:cs typeface="Arial" panose="020B0604020202020204" pitchFamily="34" charset="0"/>
              </a:rPr>
              <a:t>1. </a:t>
            </a:r>
            <a:r>
              <a:rPr lang="en-gb" sz="900" kern="1200" noProof="1">
                <a:solidFill>
                  <a:schemeClr val="tx1"/>
                </a:solidFill>
                <a:latin typeface="+mn-lt"/>
                <a:ea typeface="+mn-ea"/>
                <a:cs typeface="Arial" panose="020B0604020202020204" pitchFamily="34" charset="0"/>
              </a:rPr>
              <a:t>Click </a:t>
            </a:r>
            <a:r>
              <a:rPr lang="en-gb" sz="900" b="1" kern="1200" noProof="1">
                <a:solidFill>
                  <a:schemeClr val="tx1"/>
                </a:solidFill>
                <a:latin typeface="+mn-lt"/>
                <a:ea typeface="+mn-ea"/>
                <a:cs typeface="Arial" panose="020B0604020202020204" pitchFamily="34" charset="0"/>
              </a:rPr>
              <a:t>Home</a:t>
            </a:r>
          </a:p>
          <a:p>
            <a:pPr rtl="0" eaLnBrk="1" hangingPunct="1">
              <a:lnSpc>
                <a:spcPct val="100000"/>
              </a:lnSpc>
              <a:spcAft>
                <a:spcPts val="600"/>
              </a:spcAft>
              <a:defRPr/>
            </a:pPr>
            <a:r>
              <a:rPr lang="en-gb" sz="900" b="1" noProof="1">
                <a:solidFill>
                  <a:schemeClr val="tx1"/>
                </a:solidFill>
                <a:latin typeface="+mn-lt"/>
                <a:cs typeface="Arial" panose="020B0604020202020204" pitchFamily="34" charset="0"/>
              </a:rPr>
              <a:t>2. </a:t>
            </a:r>
            <a:r>
              <a:rPr lang="en-gb" sz="900" noProof="1">
                <a:solidFill>
                  <a:schemeClr val="tx1"/>
                </a:solidFill>
                <a:latin typeface="+mn-lt"/>
                <a:cs typeface="Arial" panose="020B0604020202020204" pitchFamily="34" charset="0"/>
              </a:rPr>
              <a:t>If you want to duplicate a slide layout, select the slide you wish to duplicate and click the top half of the </a:t>
            </a:r>
            <a:r>
              <a:rPr lang="en-gb" sz="900" b="1" noProof="1">
                <a:solidFill>
                  <a:schemeClr val="tx1"/>
                </a:solidFill>
                <a:latin typeface="+mn-lt"/>
                <a:cs typeface="Arial" panose="020B0604020202020204" pitchFamily="34" charset="0"/>
              </a:rPr>
              <a:t>New slide</a:t>
            </a:r>
            <a:r>
              <a:rPr lang="en-gb" sz="900" noProof="1">
                <a:solidFill>
                  <a:schemeClr val="tx1"/>
                </a:solidFill>
                <a:latin typeface="+mn-lt"/>
                <a:cs typeface="Arial" panose="020B0604020202020204" pitchFamily="34" charset="0"/>
              </a:rPr>
              <a:t> button.  Click the bottom half of the New slide button to view the selection of layouts available with the AAU design. </a:t>
            </a:r>
          </a:p>
          <a:p>
            <a:pPr rtl="0" eaLnBrk="1" hangingPunct="1">
              <a:spcAft>
                <a:spcPts val="600"/>
              </a:spcAft>
              <a:defRPr/>
            </a:pPr>
            <a:endParaRPr lang="da-DK" altLang="da-DK" sz="900" baseline="0" noProof="1">
              <a:solidFill>
                <a:schemeClr val="tx1"/>
              </a:solidFill>
              <a:latin typeface="+mn-lt"/>
              <a:cs typeface="Arial" panose="020B0604020202020204" pitchFamily="34" charset="0"/>
            </a:endParaRPr>
          </a:p>
          <a:p>
            <a:pPr rtl="0" eaLnBrk="1" hangingPunct="1">
              <a:lnSpc>
                <a:spcPct val="90000"/>
              </a:lnSpc>
              <a:spcAft>
                <a:spcPts val="0"/>
              </a:spcAft>
              <a:defRPr/>
            </a:pPr>
            <a:r>
              <a:rPr lang="en-gb" sz="1000" b="1" kern="1200" spc="300" noProof="1">
                <a:solidFill>
                  <a:schemeClr val="tx1"/>
                </a:solidFill>
                <a:latin typeface="+mn-lt"/>
                <a:ea typeface="+mn-ea"/>
                <a:cs typeface="Arial" panose="020B0604020202020204" pitchFamily="34" charset="0"/>
              </a:rPr>
              <a:t>GRIDLINES AND GUIDES</a:t>
            </a:r>
          </a:p>
          <a:p>
            <a:pPr rtl="0" eaLnBrk="1" hangingPunct="1">
              <a:lnSpc>
                <a:spcPct val="90000"/>
              </a:lnSpc>
              <a:spcAft>
                <a:spcPts val="0"/>
              </a:spcAft>
              <a:defRPr/>
            </a:pPr>
            <a:endParaRPr lang="da-DK" sz="1000" b="1" kern="1200" spc="300" noProof="1">
              <a:solidFill>
                <a:schemeClr val="tx1"/>
              </a:solidFill>
              <a:latin typeface="+mn-lt"/>
              <a:ea typeface="+mn-ea"/>
              <a:cs typeface="Arial" panose="020B0604020202020204" pitchFamily="34" charset="0"/>
            </a:endParaRPr>
          </a:p>
          <a:p>
            <a:pPr rtl="0" eaLnBrk="1" hangingPunct="1">
              <a:lnSpc>
                <a:spcPct val="90000"/>
              </a:lnSpc>
              <a:spcAft>
                <a:spcPts val="600"/>
              </a:spcAft>
              <a:defRPr/>
            </a:pPr>
            <a:r>
              <a:rPr lang="en-gb" sz="900" b="0" kern="1200" noProof="1">
                <a:solidFill>
                  <a:schemeClr val="tx1"/>
                </a:solidFill>
                <a:latin typeface="+mn-lt"/>
                <a:ea typeface="+mn-ea"/>
                <a:cs typeface="Arial" panose="020B0604020202020204" pitchFamily="34" charset="0"/>
              </a:rPr>
              <a:t>You can use gridlines and guides to help you align and place objects and improve the overall design and layout of your presentation.</a:t>
            </a:r>
            <a:r>
              <a:rPr lang="en-gb" sz="900" b="1" kern="1200" noProof="1">
                <a:solidFill>
                  <a:schemeClr val="tx1"/>
                </a:solidFill>
                <a:latin typeface="+mn-lt"/>
                <a:ea typeface="+mn-ea"/>
                <a:cs typeface="Arial" panose="020B0604020202020204" pitchFamily="34" charset="0"/>
              </a:rPr>
              <a:t> </a:t>
            </a:r>
            <a:r>
              <a:rPr lang="en-gb" sz="900" b="0" kern="1200" noProof="1">
                <a:solidFill>
                  <a:schemeClr val="tx1"/>
                </a:solidFill>
                <a:latin typeface="+mn-lt"/>
                <a:ea typeface="+mn-ea"/>
                <a:cs typeface="Arial" panose="020B0604020202020204" pitchFamily="34" charset="0"/>
              </a:rPr>
              <a:t>To view gridlines and guides: </a:t>
            </a:r>
            <a:endParaRPr lang="da-DK" sz="900" b="0" kern="1200" noProof="1">
              <a:solidFill>
                <a:schemeClr val="tx1"/>
              </a:solidFill>
              <a:latin typeface="+mn-lt"/>
              <a:ea typeface="+mn-ea"/>
              <a:cs typeface="Arial" panose="020B0604020202020204" pitchFamily="34" charset="0"/>
            </a:endParaRPr>
          </a:p>
          <a:p>
            <a:pPr rtl="0" eaLnBrk="1" hangingPunct="1">
              <a:lnSpc>
                <a:spcPct val="90000"/>
              </a:lnSpc>
              <a:spcAft>
                <a:spcPts val="600"/>
              </a:spcAft>
              <a:defRPr/>
            </a:pPr>
            <a:r>
              <a:rPr lang="en-gb" sz="900" b="1" kern="1200" noProof="1">
                <a:solidFill>
                  <a:schemeClr val="tx1"/>
                </a:solidFill>
                <a:latin typeface="+mn-lt"/>
                <a:ea typeface="+mn-ea"/>
                <a:cs typeface="Arial" panose="020B0604020202020204" pitchFamily="34" charset="0"/>
              </a:rPr>
              <a:t>1. </a:t>
            </a:r>
            <a:r>
              <a:rPr lang="en-gb" sz="900" b="0" kern="1200" noProof="1">
                <a:solidFill>
                  <a:schemeClr val="tx1"/>
                </a:solidFill>
                <a:latin typeface="+mn-lt"/>
                <a:ea typeface="+mn-ea"/>
                <a:cs typeface="Arial" panose="020B0604020202020204" pitchFamily="34" charset="0"/>
              </a:rPr>
              <a:t>Select </a:t>
            </a:r>
            <a:r>
              <a:rPr lang="en-gb" sz="900" b="1" kern="1200" noProof="1">
                <a:solidFill>
                  <a:schemeClr val="tx1"/>
                </a:solidFill>
                <a:latin typeface="+mn-lt"/>
                <a:ea typeface="+mn-ea"/>
                <a:cs typeface="Arial" panose="020B0604020202020204" pitchFamily="34" charset="0"/>
              </a:rPr>
              <a:t>View</a:t>
            </a:r>
          </a:p>
          <a:p>
            <a:pPr rtl="0" eaLnBrk="1" hangingPunct="1">
              <a:lnSpc>
                <a:spcPct val="90000"/>
              </a:lnSpc>
              <a:spcAft>
                <a:spcPts val="600"/>
              </a:spcAft>
              <a:defRPr/>
            </a:pPr>
            <a:r>
              <a:rPr lang="en-gb" sz="900" b="1" kern="1200" noProof="1">
                <a:solidFill>
                  <a:schemeClr val="tx1"/>
                </a:solidFill>
                <a:latin typeface="+mn-lt"/>
                <a:ea typeface="+mn-ea"/>
                <a:cs typeface="Arial" panose="020B0604020202020204" pitchFamily="34" charset="0"/>
              </a:rPr>
              <a:t>2. </a:t>
            </a:r>
            <a:r>
              <a:rPr lang="en-gb" sz="900" b="0" kern="1200" noProof="1">
                <a:solidFill>
                  <a:schemeClr val="tx1"/>
                </a:solidFill>
                <a:latin typeface="+mn-lt"/>
                <a:ea typeface="+mn-ea"/>
                <a:cs typeface="Arial" panose="020B0604020202020204" pitchFamily="34" charset="0"/>
              </a:rPr>
              <a:t>Select </a:t>
            </a:r>
            <a:r>
              <a:rPr lang="en-gb" sz="900" b="1" kern="1200" noProof="1">
                <a:solidFill>
                  <a:schemeClr val="tx1"/>
                </a:solidFill>
                <a:latin typeface="+mn-lt"/>
                <a:ea typeface="+mn-ea"/>
                <a:cs typeface="Arial" panose="020B0604020202020204" pitchFamily="34" charset="0"/>
              </a:rPr>
              <a:t>Gridlines </a:t>
            </a:r>
            <a:r>
              <a:rPr lang="en-gb" sz="900" b="0" kern="1200" noProof="1">
                <a:solidFill>
                  <a:schemeClr val="tx1"/>
                </a:solidFill>
                <a:latin typeface="+mn-lt"/>
                <a:ea typeface="+mn-ea"/>
                <a:cs typeface="Arial" panose="020B0604020202020204" pitchFamily="34" charset="0"/>
              </a:rPr>
              <a:t>and/or </a:t>
            </a:r>
            <a:r>
              <a:rPr lang="en-gb" sz="900" b="1" kern="1200" noProof="1">
                <a:solidFill>
                  <a:schemeClr val="tx1"/>
                </a:solidFill>
                <a:latin typeface="+mn-lt"/>
                <a:ea typeface="+mn-ea"/>
                <a:cs typeface="Arial" panose="020B0604020202020204" pitchFamily="34" charset="0"/>
              </a:rPr>
              <a:t>Guides</a:t>
            </a:r>
          </a:p>
          <a:p>
            <a:pPr rtl="0" eaLnBrk="1" hangingPunct="1">
              <a:lnSpc>
                <a:spcPct val="90000"/>
              </a:lnSpc>
              <a:spcAft>
                <a:spcPts val="600"/>
              </a:spcAft>
              <a:defRPr/>
            </a:pPr>
            <a:r>
              <a:rPr lang="en-gb" sz="900" b="1" kern="1200" noProof="1">
                <a:solidFill>
                  <a:srgbClr val="DF6752"/>
                </a:solidFill>
                <a:latin typeface="+mn-lt"/>
                <a:ea typeface="+mn-ea"/>
                <a:cs typeface="Arial" panose="020B0604020202020204" pitchFamily="34" charset="0"/>
              </a:rPr>
              <a:t>Quick tip: </a:t>
            </a:r>
            <a:r>
              <a:rPr lang="en-gb" sz="900" b="0" kern="1200" noProof="1">
                <a:solidFill>
                  <a:srgbClr val="DF6752"/>
                </a:solidFill>
                <a:latin typeface="+mn-lt"/>
                <a:ea typeface="+mn-ea"/>
                <a:cs typeface="Arial" panose="020B0604020202020204" pitchFamily="34" charset="0"/>
              </a:rPr>
              <a:t>Press </a:t>
            </a:r>
            <a:r>
              <a:rPr lang="en-gb" sz="900" b="1" kern="1200" noProof="1">
                <a:solidFill>
                  <a:srgbClr val="DF6752"/>
                </a:solidFill>
                <a:latin typeface="+mn-lt"/>
                <a:ea typeface="+mn-ea"/>
                <a:cs typeface="Arial" panose="020B0604020202020204" pitchFamily="34" charset="0"/>
              </a:rPr>
              <a:t>Alt + F9 </a:t>
            </a:r>
            <a:r>
              <a:rPr lang="en-gb" sz="900" b="0" kern="1200" noProof="1">
                <a:solidFill>
                  <a:srgbClr val="DF6752"/>
                </a:solidFill>
                <a:latin typeface="+mn-lt"/>
                <a:ea typeface="+mn-ea"/>
                <a:cs typeface="Arial" panose="020B0604020202020204" pitchFamily="34" charset="0"/>
              </a:rPr>
              <a:t>to show gridlines</a:t>
            </a:r>
          </a:p>
          <a:p>
            <a:pPr rtl="0"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2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29" name="Billede 36"/>
          <p:cNvPicPr>
            <a:picLocks noChangeAspect="1"/>
          </p:cNvPicPr>
          <p:nvPr userDrawn="1"/>
        </p:nvPicPr>
        <p:blipFill>
          <a:blip r:embed="rId4"/>
          <a:stretch>
            <a:fillRect/>
          </a:stretch>
        </p:blipFill>
        <p:spPr>
          <a:xfrm>
            <a:off x="11265672" y="3797099"/>
            <a:ext cx="416717" cy="397335"/>
          </a:xfrm>
          <a:prstGeom prst="rect">
            <a:avLst/>
          </a:prstGeom>
        </p:spPr>
      </p:pic>
      <p:sp>
        <p:nvSpPr>
          <p:cNvPr id="31" name="Rektangel 30"/>
          <p:cNvSpPr/>
          <p:nvPr userDrawn="1"/>
        </p:nvSpPr>
        <p:spPr>
          <a:xfrm>
            <a:off x="792163" y="657225"/>
            <a:ext cx="6096000" cy="1200329"/>
          </a:xfrm>
          <a:prstGeom prst="rect">
            <a:avLst/>
          </a:prstGeom>
        </p:spPr>
        <p:txBody>
          <a:bodyPr lIns="0" rtlCol="0">
            <a:spAutoFit/>
          </a:bodyPr>
          <a:lstStyle/>
          <a:p>
            <a:pPr rtl="0"/>
            <a:r>
              <a:rPr lang="en-gb" sz="3600" b="1" spc="300" dirty="0">
                <a:latin typeface="+mn-lt"/>
              </a:rPr>
              <a:t>USER GUIDE</a:t>
            </a:r>
            <a:br>
              <a:rPr lang="en-US" sz="3600" b="1" spc="300" dirty="0">
                <a:latin typeface="+mn-lt"/>
              </a:rPr>
            </a:br>
            <a:endParaRPr lang="da-DK" sz="3600" b="1" spc="300" dirty="0">
              <a:latin typeface="+mn-lt"/>
            </a:endParaRPr>
          </a:p>
        </p:txBody>
      </p:sp>
      <p:pic>
        <p:nvPicPr>
          <p:cNvPr id="3" name="Picture 2"/>
          <p:cNvPicPr>
            <a:picLocks noChangeAspect="1"/>
          </p:cNvPicPr>
          <p:nvPr userDrawn="1"/>
        </p:nvPicPr>
        <p:blipFill>
          <a:blip r:embed="rId5"/>
          <a:stretch>
            <a:fillRect/>
          </a:stretch>
        </p:blipFill>
        <p:spPr>
          <a:xfrm>
            <a:off x="5698901" y="2300596"/>
            <a:ext cx="307151" cy="517606"/>
          </a:xfrm>
          <a:prstGeom prst="rect">
            <a:avLst/>
          </a:prstGeom>
        </p:spPr>
      </p:pic>
    </p:spTree>
    <p:extLst>
      <p:ext uri="{BB962C8B-B14F-4D97-AF65-F5344CB8AC3E}">
        <p14:creationId xmlns:p14="http://schemas.microsoft.com/office/powerpoint/2010/main" val="67192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prstGeom prst="rect">
            <a:avLst/>
          </a:prstGeom>
          <a:solidFill>
            <a:schemeClr val="bg1"/>
          </a:solidFill>
        </p:spPr>
        <p:txBody>
          <a:bodyPr tIns="108000"/>
          <a:lstStyle>
            <a:lvl1pPr algn="ctr">
              <a:defRPr sz="2800" baseline="0">
                <a:solidFill>
                  <a:schemeClr val="tx1"/>
                </a:solidFill>
                <a:latin typeface="+mn-lt"/>
              </a:defRPr>
            </a:lvl1pPr>
          </a:lstStyle>
          <a:p>
            <a:r>
              <a:rPr lang="en-US" dirty="0"/>
              <a:t>AALBORG UNIVERSITY</a:t>
            </a:r>
            <a:br>
              <a:rPr lang="en-US" dirty="0"/>
            </a:br>
            <a:r>
              <a:rPr lang="en-US" dirty="0"/>
              <a:t>HEADLINE</a:t>
            </a:r>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dirty="0"/>
              <a:t>Martin Siemienski Andersen</a:t>
            </a:r>
          </a:p>
        </p:txBody>
      </p:sp>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32290" y="5768340"/>
            <a:ext cx="683838" cy="80059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prstGeom prst="rect">
            <a:avLst/>
          </a:prstGeom>
          <a:solidFill>
            <a:schemeClr val="bg1"/>
          </a:solidFill>
        </p:spPr>
        <p:txBody>
          <a:bodyPr tIns="108000"/>
          <a:lstStyle>
            <a:lvl1pPr algn="ctr">
              <a:defRPr sz="2800" baseline="0">
                <a:solidFill>
                  <a:schemeClr val="tx1"/>
                </a:solidFill>
                <a:latin typeface="+mn-lt"/>
              </a:defRPr>
            </a:lvl1pPr>
          </a:lstStyle>
          <a:p>
            <a:r>
              <a:rPr lang="en-US" dirty="0"/>
              <a:t>BREAK</a:t>
            </a:r>
            <a:br>
              <a:rPr lang="en-US" dirty="0"/>
            </a:br>
            <a:r>
              <a:rPr lang="en-US" dirty="0"/>
              <a:t>HEADLINE</a:t>
            </a:r>
          </a:p>
        </p:txBody>
      </p:sp>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32290" y="5768340"/>
            <a:ext cx="683838" cy="800590"/>
          </a:xfrm>
          <a:prstGeom prst="rect">
            <a:avLst/>
          </a:prstGeom>
        </p:spPr>
      </p:pic>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3" name="Title 4"/>
          <p:cNvSpPr>
            <a:spLocks noGrp="1"/>
          </p:cNvSpPr>
          <p:nvPr>
            <p:ph type="title" hasCustomPrompt="1"/>
          </p:nvPr>
        </p:nvSpPr>
        <p:spPr>
          <a:xfrm>
            <a:off x="766763" y="657226"/>
            <a:ext cx="9989160" cy="1408112"/>
          </a:xfrm>
          <a:prstGeom prst="rect">
            <a:avLst/>
          </a:prstGeom>
        </p:spPr>
        <p:txBody>
          <a:bodyPr lIns="0" tIns="0"/>
          <a:lstStyle>
            <a:lvl1pPr>
              <a:defRPr sz="3600" baseline="0">
                <a:latin typeface="+mn-lt"/>
              </a:defRPr>
            </a:lvl1pPr>
          </a:lstStyle>
          <a:p>
            <a:r>
              <a:rPr lang="en-US" dirty="0"/>
              <a:t>CLICK TO EDIT </a:t>
            </a:r>
            <a:br>
              <a:rPr lang="en-US" dirty="0"/>
            </a:br>
            <a:r>
              <a:rPr lang="en-US" dirty="0"/>
              <a:t>TITLE</a:t>
            </a:r>
          </a:p>
        </p:txBody>
      </p:sp>
      <p:sp>
        <p:nvSpPr>
          <p:cNvPr id="5" name="Pladsholder til tekst 10"/>
          <p:cNvSpPr>
            <a:spLocks noGrp="1"/>
          </p:cNvSpPr>
          <p:nvPr>
            <p:ph type="body" sz="quarter" idx="12" hasCustomPrompt="1"/>
          </p:nvPr>
        </p:nvSpPr>
        <p:spPr>
          <a:xfrm>
            <a:off x="766762" y="2205038"/>
            <a:ext cx="10853737" cy="3704284"/>
          </a:xfrm>
        </p:spPr>
        <p:txBody>
          <a:bodyPr/>
          <a:lstStyle>
            <a:lvl1pPr marL="285750" indent="-285750">
              <a:buFontTx/>
              <a:buBlip>
                <a:blip r:embed="rId2"/>
              </a:buBlip>
              <a:defRPr/>
            </a:lvl1pPr>
          </a:lstStyle>
          <a:p>
            <a:pPr lvl="0"/>
            <a:r>
              <a:rPr lang="da-DK" dirty="0" err="1"/>
              <a:t>Insert</a:t>
            </a:r>
            <a:r>
              <a:rPr lang="da-DK" dirty="0"/>
              <a:t> </a:t>
            </a:r>
            <a:r>
              <a:rPr lang="da-DK" dirty="0" err="1"/>
              <a:t>bullets</a:t>
            </a:r>
            <a:endParaRPr lang="da-DK" dirty="0"/>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m. bullets">
    <p:spTree>
      <p:nvGrpSpPr>
        <p:cNvPr id="1" name=""/>
        <p:cNvGrpSpPr/>
        <p:nvPr/>
      </p:nvGrpSpPr>
      <p:grpSpPr>
        <a:xfrm>
          <a:off x="0" y="0"/>
          <a:ext cx="0" cy="0"/>
          <a:chOff x="0" y="0"/>
          <a:chExt cx="0" cy="0"/>
        </a:xfrm>
      </p:grpSpPr>
      <p:sp>
        <p:nvSpPr>
          <p:cNvPr id="3" name="Title 4"/>
          <p:cNvSpPr>
            <a:spLocks noGrp="1"/>
          </p:cNvSpPr>
          <p:nvPr>
            <p:ph type="title" hasCustomPrompt="1"/>
          </p:nvPr>
        </p:nvSpPr>
        <p:spPr>
          <a:xfrm>
            <a:off x="766763" y="657226"/>
            <a:ext cx="9989160" cy="1408112"/>
          </a:xfrm>
          <a:prstGeom prst="rect">
            <a:avLst/>
          </a:prstGeom>
        </p:spPr>
        <p:txBody>
          <a:bodyPr lIns="0" tIns="0"/>
          <a:lstStyle>
            <a:lvl1pPr>
              <a:defRPr sz="3600" baseline="0">
                <a:latin typeface="+mn-lt"/>
              </a:defRPr>
            </a:lvl1pPr>
          </a:lstStyle>
          <a:p>
            <a:r>
              <a:rPr lang="en-US" dirty="0"/>
              <a:t>CLICK TO EDIT </a:t>
            </a:r>
            <a:br>
              <a:rPr lang="en-US" dirty="0"/>
            </a:br>
            <a:r>
              <a:rPr lang="en-US" dirty="0"/>
              <a:t>TITLE</a:t>
            </a:r>
          </a:p>
        </p:txBody>
      </p:sp>
      <p:sp>
        <p:nvSpPr>
          <p:cNvPr id="5" name="Pladsholder til tekst 10"/>
          <p:cNvSpPr>
            <a:spLocks noGrp="1"/>
          </p:cNvSpPr>
          <p:nvPr>
            <p:ph type="body" sz="quarter" idx="12" hasCustomPrompt="1"/>
          </p:nvPr>
        </p:nvSpPr>
        <p:spPr>
          <a:xfrm>
            <a:off x="766762" y="2205038"/>
            <a:ext cx="4584823" cy="3704284"/>
          </a:xfrm>
        </p:spPr>
        <p:txBody>
          <a:bodyPr/>
          <a:lstStyle>
            <a:lvl1pPr marL="285750" indent="-285750">
              <a:buFontTx/>
              <a:buBlip>
                <a:blip r:embed="rId2"/>
              </a:buBlip>
              <a:defRPr/>
            </a:lvl1pPr>
          </a:lstStyle>
          <a:p>
            <a:pPr lvl="0"/>
            <a:r>
              <a:rPr lang="da-DK" dirty="0" err="1"/>
              <a:t>Insert</a:t>
            </a:r>
            <a:r>
              <a:rPr lang="da-DK" dirty="0"/>
              <a:t> </a:t>
            </a:r>
            <a:r>
              <a:rPr lang="da-DK" dirty="0" err="1"/>
              <a:t>bullets</a:t>
            </a:r>
            <a:endParaRPr lang="da-DK" dirty="0"/>
          </a:p>
        </p:txBody>
      </p:sp>
      <p:sp>
        <p:nvSpPr>
          <p:cNvPr id="4" name="Pladsholder til tekst 10">
            <a:extLst>
              <a:ext uri="{FF2B5EF4-FFF2-40B4-BE49-F238E27FC236}">
                <a16:creationId xmlns:a16="http://schemas.microsoft.com/office/drawing/2014/main" id="{F12D5C22-78D3-4206-BCB2-9CAC9D7C06B9}"/>
              </a:ext>
            </a:extLst>
          </p:cNvPr>
          <p:cNvSpPr>
            <a:spLocks noGrp="1"/>
          </p:cNvSpPr>
          <p:nvPr>
            <p:ph type="body" sz="quarter" idx="13" hasCustomPrompt="1"/>
          </p:nvPr>
        </p:nvSpPr>
        <p:spPr>
          <a:xfrm>
            <a:off x="6171100" y="2205038"/>
            <a:ext cx="4584823" cy="3704284"/>
          </a:xfrm>
        </p:spPr>
        <p:txBody>
          <a:bodyPr/>
          <a:lstStyle>
            <a:lvl1pPr marL="285750" indent="-285750">
              <a:buFontTx/>
              <a:buBlip>
                <a:blip r:embed="rId2"/>
              </a:buBlip>
              <a:defRPr/>
            </a:lvl1pPr>
          </a:lstStyle>
          <a:p>
            <a:pPr lvl="0"/>
            <a:r>
              <a:rPr lang="da-DK" dirty="0" err="1"/>
              <a:t>Insert</a:t>
            </a:r>
            <a:r>
              <a:rPr lang="da-DK" dirty="0"/>
              <a:t> </a:t>
            </a:r>
            <a:r>
              <a:rPr lang="da-DK" dirty="0" err="1"/>
              <a:t>bullets</a:t>
            </a:r>
            <a:endParaRPr lang="da-DK" dirty="0"/>
          </a:p>
        </p:txBody>
      </p:sp>
    </p:spTree>
    <p:extLst>
      <p:ext uri="{BB962C8B-B14F-4D97-AF65-F5344CB8AC3E}">
        <p14:creationId xmlns:p14="http://schemas.microsoft.com/office/powerpoint/2010/main" val="3254768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26" name="Title 4"/>
          <p:cNvSpPr>
            <a:spLocks noGrp="1"/>
          </p:cNvSpPr>
          <p:nvPr>
            <p:ph type="title" hasCustomPrompt="1"/>
          </p:nvPr>
        </p:nvSpPr>
        <p:spPr>
          <a:xfrm>
            <a:off x="766762" y="657225"/>
            <a:ext cx="5075897" cy="1473911"/>
          </a:xfrm>
          <a:prstGeom prst="rect">
            <a:avLst/>
          </a:prstGeom>
        </p:spPr>
        <p:txBody>
          <a:bodyPr lIns="0" tIns="0"/>
          <a:lstStyle>
            <a:lvl1pPr>
              <a:defRPr sz="3600" baseline="0">
                <a:latin typeface="+mn-lt"/>
              </a:defRPr>
            </a:lvl1pPr>
          </a:lstStyle>
          <a:p>
            <a:r>
              <a:rPr lang="en-US" dirty="0"/>
              <a:t>CLICK TO EDIT</a:t>
            </a:r>
            <a:br>
              <a:rPr lang="en-US" dirty="0"/>
            </a:br>
            <a:r>
              <a:rPr lang="en-US" dirty="0"/>
              <a:t>TITLE</a:t>
            </a:r>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no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766763" y="2220511"/>
            <a:ext cx="4516438" cy="3243263"/>
          </a:xfrm>
        </p:spPr>
        <p:txBody>
          <a:bodyPr/>
          <a:lstStyle>
            <a:lvl1pPr marL="285750" indent="-285750">
              <a:buFontTx/>
              <a:buBlip>
                <a:blip r:embed="rId3"/>
              </a:buBlip>
              <a:defRPr/>
            </a:lvl1pPr>
          </a:lstStyle>
          <a:p>
            <a:pPr lvl="0"/>
            <a:r>
              <a:rPr lang="da-DK" dirty="0" err="1"/>
              <a:t>Insert</a:t>
            </a:r>
            <a:r>
              <a:rPr lang="da-DK" dirty="0"/>
              <a:t> </a:t>
            </a:r>
            <a:r>
              <a:rPr lang="da-DK" dirty="0" err="1"/>
              <a:t>bullets</a:t>
            </a:r>
            <a:endParaRPr lang="da-DK"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766763" y="663113"/>
            <a:ext cx="10853737" cy="1436992"/>
          </a:xfrm>
          <a:prstGeom prst="rect">
            <a:avLst/>
          </a:prstGeom>
        </p:spPr>
        <p:txBody>
          <a:bodyPr lIns="0" tIns="0"/>
          <a:lstStyle>
            <a:lvl1pPr>
              <a:defRPr sz="3600">
                <a:latin typeface="+mn-lt"/>
              </a:defRPr>
            </a:lvl1pPr>
          </a:lstStyle>
          <a:p>
            <a:r>
              <a:rPr lang="en-US" dirty="0"/>
              <a:t>CLICK TO EDIT</a:t>
            </a:r>
            <a:br>
              <a:rPr lang="en-US" dirty="0"/>
            </a:br>
            <a:r>
              <a:rPr lang="en-US" dirty="0"/>
              <a:t>TITLE</a:t>
            </a:r>
          </a:p>
        </p:txBody>
      </p:sp>
      <p:sp>
        <p:nvSpPr>
          <p:cNvPr id="11" name="Pladsholder til diagram 10"/>
          <p:cNvSpPr>
            <a:spLocks noGrp="1"/>
          </p:cNvSpPr>
          <p:nvPr>
            <p:ph type="chart" sz="quarter" idx="12"/>
          </p:nvPr>
        </p:nvSpPr>
        <p:spPr>
          <a:xfrm>
            <a:off x="6888163" y="2205037"/>
            <a:ext cx="4732337" cy="3572737"/>
          </a:xfrm>
        </p:spPr>
        <p:txBody>
          <a:bodyPr/>
          <a:lstStyle/>
          <a:p>
            <a:r>
              <a:rPr lang="da-DK"/>
              <a:t>Klik på ikonet for at tilføje et diagram</a:t>
            </a:r>
            <a:endParaRPr lang="da-DK" dirty="0"/>
          </a:p>
        </p:txBody>
      </p:sp>
      <p:sp>
        <p:nvSpPr>
          <p:cNvPr id="13" name="Pladsholder til tekst 12"/>
          <p:cNvSpPr>
            <a:spLocks noGrp="1"/>
          </p:cNvSpPr>
          <p:nvPr>
            <p:ph type="body" sz="quarter" idx="13" hasCustomPrompt="1"/>
          </p:nvPr>
        </p:nvSpPr>
        <p:spPr>
          <a:xfrm>
            <a:off x="766764" y="2205038"/>
            <a:ext cx="5744568" cy="3572737"/>
          </a:xfrm>
        </p:spPr>
        <p:txBody>
          <a:bodyPr>
            <a:normAutofit/>
          </a:bodyPr>
          <a:lstStyle>
            <a:lvl2pPr marL="285750" indent="-285750">
              <a:buFontTx/>
              <a:buBlip>
                <a:blip r:embed="rId2"/>
              </a:buBlip>
              <a:defRPr sz="1600" baseline="0"/>
            </a:lvl2pPr>
          </a:lstStyle>
          <a:p>
            <a:pPr lvl="1"/>
            <a:r>
              <a:rPr lang="da-DK" dirty="0" err="1"/>
              <a:t>Insert</a:t>
            </a:r>
            <a:r>
              <a:rPr lang="da-DK" dirty="0"/>
              <a:t> </a:t>
            </a:r>
            <a:r>
              <a:rPr lang="da-DK" dirty="0" err="1"/>
              <a:t>bullets</a:t>
            </a:r>
            <a:endParaRPr lang="da-DK"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no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766762" y="657225"/>
            <a:ext cx="10252929" cy="1402687"/>
          </a:xfrm>
          <a:prstGeom prst="rect">
            <a:avLst/>
          </a:prstGeom>
        </p:spPr>
        <p:txBody>
          <a:bodyPr lIns="0" tIns="0"/>
          <a:lstStyle>
            <a:lvl1pPr>
              <a:defRPr sz="3600" baseline="0">
                <a:latin typeface="+mn-lt"/>
              </a:defRPr>
            </a:lvl1pPr>
          </a:lstStyle>
          <a:p>
            <a:r>
              <a:rPr lang="en-US" dirty="0"/>
              <a:t>CLICK TO EDIT</a:t>
            </a:r>
            <a:br>
              <a:rPr lang="en-US" dirty="0"/>
            </a:br>
            <a:r>
              <a:rPr lang="en-US" dirty="0"/>
              <a:t>TITLE</a:t>
            </a:r>
          </a:p>
        </p:txBody>
      </p:sp>
      <p:sp>
        <p:nvSpPr>
          <p:cNvPr id="4" name="Pladsholder til tekst 3"/>
          <p:cNvSpPr>
            <a:spLocks noGrp="1"/>
          </p:cNvSpPr>
          <p:nvPr>
            <p:ph type="body" sz="quarter" idx="12" hasCustomPrompt="1"/>
          </p:nvPr>
        </p:nvSpPr>
        <p:spPr>
          <a:xfrm>
            <a:off x="766763" y="2205038"/>
            <a:ext cx="5433070" cy="3752115"/>
          </a:xfrm>
        </p:spPr>
        <p:txBody>
          <a:bodyPr/>
          <a:lstStyle>
            <a:lvl1pPr marL="285750" indent="-285750">
              <a:lnSpc>
                <a:spcPct val="100000"/>
              </a:lnSpc>
              <a:spcBef>
                <a:spcPts val="600"/>
              </a:spcBef>
              <a:buFontTx/>
              <a:buBlip>
                <a:blip r:embed="rId2"/>
              </a:buBlip>
              <a:defRPr sz="1600" baseline="0"/>
            </a:lvl1pPr>
          </a:lstStyle>
          <a:p>
            <a:pPr lvl="0"/>
            <a:r>
              <a:rPr lang="da-DK" dirty="0" err="1"/>
              <a:t>Insert</a:t>
            </a:r>
            <a:r>
              <a:rPr lang="da-DK" dirty="0"/>
              <a:t> </a:t>
            </a:r>
            <a:r>
              <a:rPr lang="da-DK" dirty="0" err="1"/>
              <a:t>bullets</a:t>
            </a:r>
            <a:endParaRPr lang="da-DK" dirty="0"/>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9" name="Picture Placeholder 4"/>
          <p:cNvSpPr>
            <a:spLocks noGrp="1"/>
          </p:cNvSpPr>
          <p:nvPr>
            <p:ph type="pic" sz="quarter" idx="14" hasCustomPrompt="1"/>
          </p:nvPr>
        </p:nvSpPr>
        <p:spPr>
          <a:xfrm>
            <a:off x="7427912" y="3418702"/>
            <a:ext cx="4764087" cy="3433930"/>
          </a:xfrm>
          <a:prstGeom prst="rect">
            <a:avLst/>
          </a:prstGeom>
          <a:no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766763" y="657225"/>
            <a:ext cx="10715991" cy="1486727"/>
          </a:xfrm>
          <a:prstGeom prst="rect">
            <a:avLst/>
          </a:prstGeom>
        </p:spPr>
        <p:txBody>
          <a:bodyPr lIns="0" tIns="0"/>
          <a:lstStyle>
            <a:lvl1pPr>
              <a:defRPr sz="3600">
                <a:latin typeface="+mn-lt"/>
              </a:defRPr>
            </a:lvl1pPr>
          </a:lstStyle>
          <a:p>
            <a:r>
              <a:rPr lang="en-US" dirty="0"/>
              <a:t>KLIK HER FOR AT ÆNDRE TITEL</a:t>
            </a:r>
          </a:p>
        </p:txBody>
      </p:sp>
      <p:sp>
        <p:nvSpPr>
          <p:cNvPr id="7" name="Pladsholder til tekst 3"/>
          <p:cNvSpPr>
            <a:spLocks noGrp="1"/>
          </p:cNvSpPr>
          <p:nvPr>
            <p:ph type="body" sz="quarter" idx="15" hasCustomPrompt="1"/>
          </p:nvPr>
        </p:nvSpPr>
        <p:spPr>
          <a:xfrm>
            <a:off x="766764" y="2205038"/>
            <a:ext cx="4542974" cy="3575409"/>
          </a:xfrm>
        </p:spPr>
        <p:txBody>
          <a:bodyPr/>
          <a:lstStyle>
            <a:lvl1pPr marL="285750" indent="-285750">
              <a:lnSpc>
                <a:spcPct val="100000"/>
              </a:lnSpc>
              <a:spcBef>
                <a:spcPts val="600"/>
              </a:spcBef>
              <a:buFontTx/>
              <a:buBlip>
                <a:blip r:embed="rId2"/>
              </a:buBlip>
              <a:defRPr sz="1600" baseline="0"/>
            </a:lvl1pPr>
          </a:lstStyle>
          <a:p>
            <a:pPr lvl="0"/>
            <a:r>
              <a:rPr lang="da-DK" dirty="0"/>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418702"/>
          </a:xfrm>
          <a:prstGeom prst="rect">
            <a:avLst/>
          </a:prstGeom>
          <a:no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emf"/><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766763" y="2215710"/>
            <a:ext cx="6298513" cy="3559735"/>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2" name="Заголовок 1"/>
          <p:cNvSpPr txBox="1">
            <a:spLocks/>
          </p:cNvSpPr>
          <p:nvPr userDrawn="1"/>
        </p:nvSpPr>
        <p:spPr>
          <a:xfrm>
            <a:off x="10207074" y="6364107"/>
            <a:ext cx="1413426" cy="282928"/>
          </a:xfrm>
          <a:prstGeom prst="rect">
            <a:avLst/>
          </a:prstGeom>
          <a:effectLst/>
        </p:spPr>
        <p:txBody>
          <a:bodyPr vert="horz" lIns="0" tIns="0" rIns="0" bIns="0" rtlCol="0" anchor="t" anchorCtr="0">
            <a:noAutofit/>
          </a:bodyPr>
          <a:lstStyle>
            <a:lvl1pPr algn="l" defTabSz="914318" rtl="0" eaLnBrk="1" latinLnBrk="0" hangingPunct="1">
              <a:lnSpc>
                <a:spcPct val="100000"/>
              </a:lnSpc>
              <a:spcBef>
                <a:spcPct val="0"/>
              </a:spcBef>
              <a:buNone/>
              <a:defRPr sz="3600" b="1" kern="1200" spc="300" baseline="0">
                <a:solidFill>
                  <a:schemeClr val="tx1"/>
                </a:solidFill>
                <a:latin typeface="Barlow" panose="00000500000000000000" pitchFamily="2" charset="0"/>
                <a:ea typeface="+mj-ea"/>
                <a:cs typeface="+mj-cs"/>
              </a:defRPr>
            </a:lvl1pPr>
          </a:lstStyle>
          <a:p>
            <a:pPr algn="r"/>
            <a:r>
              <a:rPr lang="en-US" sz="600" b="1" spc="200" baseline="0" dirty="0">
                <a:latin typeface="+mn-lt"/>
              </a:rPr>
              <a:t>PAGE</a:t>
            </a:r>
          </a:p>
          <a:p>
            <a:pPr algn="r"/>
            <a:fld id="{B7B554CF-BBF7-4941-9FD0-458D21B824E3}" type="slidenum">
              <a:rPr lang="en-US" sz="600" b="1" spc="200" baseline="0" smtClean="0">
                <a:latin typeface="+mn-lt"/>
              </a:rPr>
              <a:t>‹#›</a:t>
            </a:fld>
            <a:endParaRPr lang="en-US" sz="600" b="1" spc="200" baseline="0" dirty="0">
              <a:latin typeface="+mn-lt"/>
            </a:endParaRPr>
          </a:p>
        </p:txBody>
      </p:sp>
      <p:pic>
        <p:nvPicPr>
          <p:cNvPr id="2" name="Billede 1"/>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327147" y="6338917"/>
            <a:ext cx="1002543" cy="265095"/>
          </a:xfrm>
          <a:prstGeom prst="rect">
            <a:avLst/>
          </a:prstGeom>
        </p:spPr>
      </p:pic>
      <p:pic>
        <p:nvPicPr>
          <p:cNvPr id="5" name="Graphic 4">
            <a:extLst>
              <a:ext uri="{FF2B5EF4-FFF2-40B4-BE49-F238E27FC236}">
                <a16:creationId xmlns:a16="http://schemas.microsoft.com/office/drawing/2014/main" id="{D4AB578C-BB46-43A5-91FF-E465C0CF2124}"/>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70578" y="6195087"/>
            <a:ext cx="1741489" cy="581811"/>
          </a:xfrm>
          <a:prstGeom prst="rect">
            <a:avLst/>
          </a:prstGeom>
        </p:spPr>
      </p:pic>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6" r:id="rId1"/>
    <p:sldLayoutId id="2147484019" r:id="rId2"/>
    <p:sldLayoutId id="2147484053" r:id="rId3"/>
    <p:sldLayoutId id="2147484008" r:id="rId4"/>
    <p:sldLayoutId id="2147484057" r:id="rId5"/>
    <p:sldLayoutId id="2147484022" r:id="rId6"/>
    <p:sldLayoutId id="2147484011" r:id="rId7"/>
    <p:sldLayoutId id="2147484014" r:id="rId8"/>
    <p:sldLayoutId id="2147484032" r:id="rId9"/>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Barlow" panose="00000500000000000000" pitchFamily="2" charset="0"/>
          <a:ea typeface="+mj-ea"/>
          <a:cs typeface="+mj-cs"/>
        </a:defRPr>
      </a:lvl1pPr>
    </p:titleStyle>
    <p:bodyStyle>
      <a:lvl1pPr marL="285750" indent="-285750" algn="l" defTabSz="914318" rtl="0" eaLnBrk="1" latinLnBrk="0" hangingPunct="1">
        <a:lnSpc>
          <a:spcPct val="120000"/>
        </a:lnSpc>
        <a:spcBef>
          <a:spcPts val="1000"/>
        </a:spcBef>
        <a:buFontTx/>
        <a:buBlip>
          <a:blip r:embed="rId14"/>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4"/>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5"/>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5"/>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5"/>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1935" userDrawn="1">
          <p15:clr>
            <a:srgbClr val="F26B43"/>
          </p15:clr>
        </p15:guide>
        <p15:guide id="1" orient="horz" pos="1389" userDrawn="1">
          <p15:clr>
            <a:srgbClr val="F26B43"/>
          </p15:clr>
        </p15:guide>
        <p15:guide id="28" pos="483"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0.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8.jp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51.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2441575" y="2179783"/>
            <a:ext cx="7341129" cy="1533030"/>
          </a:xfrm>
        </p:spPr>
        <p:txBody>
          <a:bodyPr/>
          <a:lstStyle/>
          <a:p>
            <a:r>
              <a:rPr lang="en-US" dirty="0">
                <a:latin typeface="+mn-lt"/>
              </a:rPr>
              <a:t>Cell Basis of contraction – </a:t>
            </a:r>
            <a:br>
              <a:rPr lang="en-US" dirty="0">
                <a:latin typeface="+mn-lt"/>
              </a:rPr>
            </a:br>
            <a:r>
              <a:rPr lang="en-US" dirty="0">
                <a:latin typeface="+mn-lt"/>
              </a:rPr>
              <a:t>Cardiac Work – </a:t>
            </a:r>
            <a:br>
              <a:rPr lang="en-US" dirty="0">
                <a:latin typeface="+mn-lt"/>
              </a:rPr>
            </a:br>
            <a:r>
              <a:rPr lang="en-US" dirty="0">
                <a:latin typeface="+mn-lt"/>
              </a:rPr>
              <a:t>Hemodynamics</a:t>
            </a:r>
            <a:endParaRPr lang="da-DK" b="0" dirty="0">
              <a:latin typeface="+mn-lt"/>
            </a:endParaRPr>
          </a:p>
        </p:txBody>
      </p:sp>
      <p:sp>
        <p:nvSpPr>
          <p:cNvPr id="7" name="Pladsholder til tekst 6"/>
          <p:cNvSpPr>
            <a:spLocks noGrp="1"/>
          </p:cNvSpPr>
          <p:nvPr>
            <p:ph type="body" sz="quarter" idx="12"/>
          </p:nvPr>
        </p:nvSpPr>
        <p:spPr/>
        <p:txBody>
          <a:bodyPr/>
          <a:lstStyle/>
          <a:p>
            <a:r>
              <a:rPr lang="da-DK" dirty="0">
                <a:latin typeface="+mn-lt"/>
              </a:rPr>
              <a:t>Martin Siemienski Andersen</a:t>
            </a:r>
          </a:p>
          <a:p>
            <a:r>
              <a:rPr lang="da-DK" dirty="0"/>
              <a:t>5.7-5.9 </a:t>
            </a:r>
            <a:r>
              <a:rPr lang="en-US" dirty="0"/>
              <a:t>(p. 547-577)</a:t>
            </a:r>
          </a:p>
          <a:p>
            <a:r>
              <a:rPr lang="da-DK" dirty="0"/>
              <a:t>22-11</a:t>
            </a:r>
            <a:r>
              <a:rPr lang="da-DK" dirty="0">
                <a:latin typeface="+mn-lt"/>
              </a:rPr>
              <a:t>-2024</a:t>
            </a:r>
          </a:p>
        </p:txBody>
      </p:sp>
      <p:pic>
        <p:nvPicPr>
          <p:cNvPr id="2" name="Billed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290" y="5768340"/>
            <a:ext cx="683837" cy="800590"/>
          </a:xfrm>
          <a:prstGeom prst="rect">
            <a:avLst/>
          </a:prstGeom>
        </p:spPr>
      </p:pic>
    </p:spTree>
    <p:extLst>
      <p:ext uri="{BB962C8B-B14F-4D97-AF65-F5344CB8AC3E}">
        <p14:creationId xmlns:p14="http://schemas.microsoft.com/office/powerpoint/2010/main" val="229067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5FE5-ABE3-4A28-B9BC-5BF813BA0617}"/>
              </a:ext>
            </a:extLst>
          </p:cNvPr>
          <p:cNvSpPr>
            <a:spLocks noGrp="1"/>
          </p:cNvSpPr>
          <p:nvPr>
            <p:ph type="title"/>
          </p:nvPr>
        </p:nvSpPr>
        <p:spPr/>
        <p:txBody>
          <a:bodyPr/>
          <a:lstStyle/>
          <a:p>
            <a:r>
              <a:rPr lang="en-US" dirty="0"/>
              <a:t>Abbreviations</a:t>
            </a:r>
            <a:br>
              <a:rPr lang="en-US" dirty="0"/>
            </a:br>
            <a:endParaRPr lang="da-DK"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3A5241B-48E3-4915-8E08-BF71AD0FBBE7}"/>
                  </a:ext>
                </a:extLst>
              </p:cNvPr>
              <p:cNvSpPr>
                <a:spLocks noGrp="1"/>
              </p:cNvSpPr>
              <p:nvPr>
                <p:ph type="body" sz="quarter" idx="12"/>
              </p:nvPr>
            </p:nvSpPr>
            <p:spPr/>
            <p:txBody>
              <a:bodyPr>
                <a:normAutofit fontScale="92500" lnSpcReduction="20000"/>
              </a:bodyPr>
              <a:lstStyle/>
              <a:p>
                <a:r>
                  <a:rPr lang="en-US" dirty="0"/>
                  <a:t>Force: F [N]</a:t>
                </a:r>
              </a:p>
              <a:p>
                <a:r>
                  <a:rPr lang="en-US" dirty="0"/>
                  <a:t>Pressure: P [Force/Area i.e. mmHg, cmH2O, Pa]</a:t>
                </a:r>
              </a:p>
              <a:p>
                <a:r>
                  <a:rPr lang="en-US" dirty="0"/>
                  <a:t>Equivalent Pressure: P’ (Pressure/Volume)</a:t>
                </a:r>
              </a:p>
              <a:p>
                <a:r>
                  <a:rPr lang="en-US" b="0" dirty="0"/>
                  <a:t>density: </a:t>
                </a:r>
                <a14:m>
                  <m:oMath xmlns:m="http://schemas.openxmlformats.org/officeDocument/2006/math">
                    <m:r>
                      <a:rPr lang="en-US" b="0" i="1" smtClean="0">
                        <a:latin typeface="Cambria Math" panose="02040503050406030204" pitchFamily="18" charset="0"/>
                      </a:rPr>
                      <m:t>𝜌</m:t>
                    </m:r>
                  </m:oMath>
                </a14:m>
                <a:r>
                  <a:rPr lang="en-US" b="0" dirty="0"/>
                  <a:t> [Mol/Volume or mass/Volume]</a:t>
                </a:r>
              </a:p>
              <a:p>
                <a:r>
                  <a:rPr lang="en-US" dirty="0"/>
                  <a:t>Viscosity: </a:t>
                </a:r>
                <a14:m>
                  <m:oMath xmlns:m="http://schemas.openxmlformats.org/officeDocument/2006/math">
                    <m:r>
                      <a:rPr lang="en-US" b="0" i="1" smtClean="0">
                        <a:latin typeface="Cambria Math" panose="02040503050406030204" pitchFamily="18" charset="0"/>
                      </a:rPr>
                      <m:t>𝜂</m:t>
                    </m:r>
                  </m:oMath>
                </a14:m>
                <a:endParaRPr lang="da-DK" dirty="0"/>
              </a:p>
              <a:p>
                <a:r>
                  <a:rPr lang="en-US" b="0" dirty="0"/>
                  <a:t>Flow :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da-DK" dirty="0"/>
                  <a:t> [</a:t>
                </a:r>
                <a14:m>
                  <m:oMath xmlns:m="http://schemas.openxmlformats.org/officeDocument/2006/math">
                    <m:f>
                      <m:fPr>
                        <m:ctrlPr>
                          <a:rPr lang="da-DK" i="1" dirty="0" smtClean="0">
                            <a:latin typeface="Cambria Math" panose="02040503050406030204" pitchFamily="18" charset="0"/>
                          </a:rPr>
                        </m:ctrlPr>
                      </m:fPr>
                      <m:num>
                        <m:sSup>
                          <m:sSupPr>
                            <m:ctrlPr>
                              <a:rPr lang="da-DK" i="1" dirty="0" smtClean="0">
                                <a:latin typeface="Cambria Math" panose="02040503050406030204" pitchFamily="18" charset="0"/>
                              </a:rPr>
                            </m:ctrlPr>
                          </m:sSupPr>
                          <m:e>
                            <m:r>
                              <a:rPr lang="da-DK" i="1" dirty="0" smtClean="0">
                                <a:latin typeface="Cambria Math" panose="02040503050406030204" pitchFamily="18" charset="0"/>
                              </a:rPr>
                              <m:t>𝑚</m:t>
                            </m:r>
                          </m:e>
                          <m:sup>
                            <m:r>
                              <a:rPr lang="da-DK" i="1" dirty="0" smtClean="0">
                                <a:latin typeface="Cambria Math" panose="02040503050406030204" pitchFamily="18" charset="0"/>
                              </a:rPr>
                              <m:t>3</m:t>
                            </m:r>
                          </m:sup>
                        </m:sSup>
                      </m:num>
                      <m:den>
                        <m:r>
                          <a:rPr lang="da-DK" i="1" dirty="0" smtClean="0">
                            <a:latin typeface="Cambria Math" panose="02040503050406030204" pitchFamily="18" charset="0"/>
                          </a:rPr>
                          <m:t>𝑠</m:t>
                        </m:r>
                      </m:den>
                    </m:f>
                  </m:oMath>
                </a14:m>
                <a:r>
                  <a:rPr lang="da-DK" dirty="0"/>
                  <a:t>]</a:t>
                </a:r>
              </a:p>
              <a:p>
                <a:r>
                  <a:rPr lang="da-DK" dirty="0"/>
                  <a:t>Resistance: R</a:t>
                </a:r>
              </a:p>
              <a:p>
                <a:r>
                  <a:rPr lang="da-DK" dirty="0"/>
                  <a:t>Reynolds Number: Re</a:t>
                </a:r>
              </a:p>
              <a:p>
                <a:r>
                  <a:rPr lang="da-DK" dirty="0"/>
                  <a:t>Energy: E [J]</a:t>
                </a:r>
              </a:p>
              <a:p>
                <a:r>
                  <a:rPr lang="da-DK" dirty="0"/>
                  <a:t>Work: W= Energy tranfer, i.e. W=F*distance</a:t>
                </a:r>
              </a:p>
              <a:p>
                <a:endParaRPr lang="da-DK" dirty="0"/>
              </a:p>
            </p:txBody>
          </p:sp>
        </mc:Choice>
        <mc:Fallback xmlns="">
          <p:sp>
            <p:nvSpPr>
              <p:cNvPr id="3" name="Text Placeholder 2">
                <a:extLst>
                  <a:ext uri="{FF2B5EF4-FFF2-40B4-BE49-F238E27FC236}">
                    <a16:creationId xmlns:a16="http://schemas.microsoft.com/office/drawing/2014/main" id="{B3A5241B-48E3-4915-8E08-BF71AD0FBBE7}"/>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133" t="-494" b="-329"/>
                </a:stretch>
              </a:blipFill>
            </p:spPr>
            <p:txBody>
              <a:bodyPr/>
              <a:lstStyle/>
              <a:p>
                <a:r>
                  <a:rPr lang="en-DK">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B4F3ADE-6AE8-45B0-B793-4BCA1AAC6EDA}"/>
                  </a:ext>
                </a:extLst>
              </p:cNvPr>
              <p:cNvSpPr>
                <a:spLocks noGrp="1"/>
              </p:cNvSpPr>
              <p:nvPr>
                <p:ph type="body" sz="quarter" idx="13"/>
              </p:nvPr>
            </p:nvSpPr>
            <p:spPr/>
            <p:txBody>
              <a:bodyPr>
                <a:normAutofit fontScale="77500" lnSpcReduction="20000"/>
              </a:bodyPr>
              <a:lstStyle/>
              <a:p>
                <a:r>
                  <a:rPr lang="en-US" dirty="0"/>
                  <a:t>Radius: r</a:t>
                </a:r>
              </a:p>
              <a:p>
                <a:r>
                  <a:rPr lang="en-US" dirty="0"/>
                  <a:t>Length: l</a:t>
                </a:r>
              </a:p>
              <a:p>
                <a:r>
                  <a:rPr lang="en-US" dirty="0"/>
                  <a:t>Height: h</a:t>
                </a:r>
              </a:p>
              <a:p>
                <a:r>
                  <a:rPr lang="en-US" dirty="0"/>
                  <a:t>Area: A</a:t>
                </a:r>
              </a:p>
              <a:p>
                <a:r>
                  <a:rPr lang="da-DK" dirty="0"/>
                  <a:t>Volume: V [L eller </a:t>
                </a:r>
                <a14:m>
                  <m:oMath xmlns:m="http://schemas.openxmlformats.org/officeDocument/2006/math">
                    <m:sSup>
                      <m:sSupPr>
                        <m:ctrlPr>
                          <a:rPr lang="da-DK" i="1" dirty="0" smtClean="0">
                            <a:latin typeface="Cambria Math" panose="02040503050406030204" pitchFamily="18" charset="0"/>
                          </a:rPr>
                        </m:ctrlPr>
                      </m:sSupPr>
                      <m:e>
                        <m:r>
                          <a:rPr lang="da-DK" i="1" dirty="0" smtClean="0">
                            <a:latin typeface="Cambria Math" panose="02040503050406030204" pitchFamily="18" charset="0"/>
                          </a:rPr>
                          <m:t>𝑚</m:t>
                        </m:r>
                      </m:e>
                      <m:sup>
                        <m:r>
                          <a:rPr lang="da-DK" i="1" dirty="0" smtClean="0">
                            <a:latin typeface="Cambria Math" panose="02040503050406030204" pitchFamily="18" charset="0"/>
                          </a:rPr>
                          <m:t>3</m:t>
                        </m:r>
                      </m:sup>
                    </m:sSup>
                  </m:oMath>
                </a14:m>
                <a:r>
                  <a:rPr lang="da-DK" dirty="0"/>
                  <a:t>]</a:t>
                </a:r>
              </a:p>
              <a:p>
                <a:r>
                  <a:rPr lang="da-DK" dirty="0"/>
                  <a:t>Velocity: v [m/s]</a:t>
                </a:r>
              </a:p>
              <a:p>
                <a:r>
                  <a:rPr lang="en-US" dirty="0"/>
                  <a:t>Time: t</a:t>
                </a:r>
              </a:p>
              <a:p>
                <a:r>
                  <a:rPr lang="en-US" dirty="0"/>
                  <a:t>Compliance: C</a:t>
                </a:r>
              </a:p>
              <a:p>
                <a:r>
                  <a:rPr lang="en-US" dirty="0"/>
                  <a:t>Gravitational Force: </a:t>
                </a:r>
                <a:r>
                  <a:rPr lang="en-US" b="1" dirty="0"/>
                  <a:t>g</a:t>
                </a:r>
              </a:p>
              <a:p>
                <a:r>
                  <a:rPr lang="en-US" dirty="0"/>
                  <a:t>Change: </a:t>
                </a:r>
                <a14:m>
                  <m:oMath xmlns:m="http://schemas.openxmlformats.org/officeDocument/2006/math">
                    <m:r>
                      <m:rPr>
                        <m:sty m:val="p"/>
                      </m:rPr>
                      <a:rPr lang="en-US" b="0" i="0" smtClean="0">
                        <a:latin typeface="Cambria Math" panose="02040503050406030204" pitchFamily="18" charset="0"/>
                      </a:rPr>
                      <m:t>Δ</m:t>
                    </m:r>
                  </m:oMath>
                </a14:m>
                <a:r>
                  <a:rPr lang="da-DK" dirty="0"/>
                  <a:t>, i.e.  Change in volume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𝑉</m:t>
                    </m:r>
                  </m:oMath>
                </a14:m>
                <a:r>
                  <a:rPr lang="da-DK" dirty="0"/>
                  <a:t>)</a:t>
                </a:r>
              </a:p>
              <a:p>
                <a:r>
                  <a:rPr lang="da-DK" dirty="0"/>
                  <a:t>Cardiac Output: CO</a:t>
                </a:r>
              </a:p>
              <a:p>
                <a:r>
                  <a:rPr lang="da-DK" dirty="0"/>
                  <a:t>Average: &lt;x&gt;, i.e. The average velocity &lt;v&gt;</a:t>
                </a:r>
              </a:p>
            </p:txBody>
          </p:sp>
        </mc:Choice>
        <mc:Fallback xmlns="">
          <p:sp>
            <p:nvSpPr>
              <p:cNvPr id="4" name="Text Placeholder 3">
                <a:extLst>
                  <a:ext uri="{FF2B5EF4-FFF2-40B4-BE49-F238E27FC236}">
                    <a16:creationId xmlns:a16="http://schemas.microsoft.com/office/drawing/2014/main" id="{AB4F3ADE-6AE8-45B0-B793-4BCA1AAC6EDA}"/>
                  </a:ext>
                </a:extLst>
              </p:cNvPr>
              <p:cNvSpPr>
                <a:spLocks noGrp="1" noRot="1" noChangeAspect="1" noMove="1" noResize="1" noEditPoints="1" noAdjustHandles="1" noChangeArrowheads="1" noChangeShapeType="1" noTextEdit="1"/>
              </p:cNvSpPr>
              <p:nvPr>
                <p:ph type="body" sz="quarter" idx="13"/>
              </p:nvPr>
            </p:nvSpPr>
            <p:spPr>
              <a:blipFill>
                <a:blip r:embed="rId3"/>
                <a:stretch>
                  <a:fillRect t="-329" b="-659"/>
                </a:stretch>
              </a:blipFill>
            </p:spPr>
            <p:txBody>
              <a:bodyPr/>
              <a:lstStyle/>
              <a:p>
                <a:r>
                  <a:rPr lang="en-DK">
                    <a:noFill/>
                  </a:rPr>
                  <a:t> </a:t>
                </a:r>
              </a:p>
            </p:txBody>
          </p:sp>
        </mc:Fallback>
      </mc:AlternateContent>
    </p:spTree>
    <p:extLst>
      <p:ext uri="{BB962C8B-B14F-4D97-AF65-F5344CB8AC3E}">
        <p14:creationId xmlns:p14="http://schemas.microsoft.com/office/powerpoint/2010/main" val="489641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C3C8F-5883-3727-0F1E-D93C6A6D5650}"/>
              </a:ext>
            </a:extLst>
          </p:cNvPr>
          <p:cNvSpPr>
            <a:spLocks noGrp="1"/>
          </p:cNvSpPr>
          <p:nvPr>
            <p:ph type="title"/>
          </p:nvPr>
        </p:nvSpPr>
        <p:spPr/>
        <p:txBody>
          <a:bodyPr/>
          <a:lstStyle/>
          <a:p>
            <a:r>
              <a:rPr lang="da-DK" dirty="0"/>
              <a:t>Agenda</a:t>
            </a:r>
            <a:endParaRPr lang="en-DK" dirty="0"/>
          </a:p>
        </p:txBody>
      </p:sp>
      <p:sp>
        <p:nvSpPr>
          <p:cNvPr id="6" name="Text Placeholder 5">
            <a:extLst>
              <a:ext uri="{FF2B5EF4-FFF2-40B4-BE49-F238E27FC236}">
                <a16:creationId xmlns:a16="http://schemas.microsoft.com/office/drawing/2014/main" id="{2798F199-B72D-E27F-95F2-B0E9F5BE882F}"/>
              </a:ext>
            </a:extLst>
          </p:cNvPr>
          <p:cNvSpPr>
            <a:spLocks noGrp="1"/>
          </p:cNvSpPr>
          <p:nvPr>
            <p:ph type="body" sz="quarter" idx="12"/>
          </p:nvPr>
        </p:nvSpPr>
        <p:spPr/>
        <p:txBody>
          <a:bodyPr/>
          <a:lstStyle/>
          <a:p>
            <a:r>
              <a:rPr lang="da-DK" b="1" dirty="0" err="1"/>
              <a:t>Contractability</a:t>
            </a:r>
            <a:endParaRPr lang="da-DK" b="1" dirty="0"/>
          </a:p>
          <a:p>
            <a:r>
              <a:rPr lang="da-DK" dirty="0"/>
              <a:t>The </a:t>
            </a:r>
            <a:r>
              <a:rPr lang="da-DK" dirty="0" err="1"/>
              <a:t>cardiac</a:t>
            </a:r>
            <a:r>
              <a:rPr lang="da-DK" dirty="0"/>
              <a:t> </a:t>
            </a:r>
            <a:r>
              <a:rPr lang="da-DK" dirty="0" err="1"/>
              <a:t>function</a:t>
            </a:r>
            <a:endParaRPr lang="da-DK" dirty="0"/>
          </a:p>
          <a:p>
            <a:r>
              <a:rPr lang="da-DK" dirty="0" err="1"/>
              <a:t>Preload</a:t>
            </a:r>
            <a:r>
              <a:rPr lang="da-DK" dirty="0"/>
              <a:t> and </a:t>
            </a:r>
            <a:r>
              <a:rPr lang="da-DK" dirty="0" err="1"/>
              <a:t>afterload</a:t>
            </a:r>
            <a:endParaRPr lang="da-DK" dirty="0"/>
          </a:p>
          <a:p>
            <a:r>
              <a:rPr lang="da-DK" dirty="0" err="1"/>
              <a:t>Hemodynamics</a:t>
            </a:r>
            <a:endParaRPr lang="en-DK" dirty="0"/>
          </a:p>
        </p:txBody>
      </p:sp>
    </p:spTree>
    <p:extLst>
      <p:ext uri="{BB962C8B-B14F-4D97-AF65-F5344CB8AC3E}">
        <p14:creationId xmlns:p14="http://schemas.microsoft.com/office/powerpoint/2010/main" val="113442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F24DF-9E17-43B0-9F48-FA74DE067B60}"/>
              </a:ext>
            </a:extLst>
          </p:cNvPr>
          <p:cNvSpPr>
            <a:spLocks noGrp="1"/>
          </p:cNvSpPr>
          <p:nvPr>
            <p:ph type="title"/>
          </p:nvPr>
        </p:nvSpPr>
        <p:spPr/>
        <p:txBody>
          <a:bodyPr/>
          <a:lstStyle/>
          <a:p>
            <a:r>
              <a:rPr lang="da-DK" dirty="0"/>
              <a:t>Cardiac Contractility</a:t>
            </a:r>
            <a:br>
              <a:rPr lang="da-DK" dirty="0"/>
            </a:br>
            <a:r>
              <a:rPr lang="da-DK" dirty="0"/>
              <a:t>The cardiac cell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688B714-7037-4291-B1E4-663E596C1B1C}"/>
                  </a:ext>
                </a:extLst>
              </p:cNvPr>
              <p:cNvSpPr>
                <a:spLocks noGrp="1"/>
              </p:cNvSpPr>
              <p:nvPr>
                <p:ph type="body" sz="quarter" idx="12"/>
              </p:nvPr>
            </p:nvSpPr>
            <p:spPr/>
            <p:txBody>
              <a:bodyPr/>
              <a:lstStyle/>
              <a:p>
                <a:r>
                  <a:rPr lang="da-DK" dirty="0"/>
                  <a:t>Cardiac cell</a:t>
                </a:r>
              </a:p>
              <a:p>
                <a:pPr lvl="1"/>
                <a:r>
                  <a:rPr lang="da-DK" dirty="0"/>
                  <a:t>Width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𝜇</m:t>
                    </m:r>
                    <m:r>
                      <a:rPr lang="en-US" b="0" i="1" smtClean="0">
                        <a:latin typeface="Cambria Math" panose="02040503050406030204" pitchFamily="18" charset="0"/>
                      </a:rPr>
                      <m:t>𝑚</m:t>
                    </m:r>
                    <m:r>
                      <a:rPr lang="en-US" b="0" i="0" smtClean="0">
                        <a:latin typeface="Cambria Math" panose="02040503050406030204" pitchFamily="18" charset="0"/>
                      </a:rPr>
                      <m:t>−20 </m:t>
                    </m:r>
                    <m:r>
                      <a:rPr lang="en-US" b="0" i="1" smtClean="0">
                        <a:latin typeface="Cambria Math" panose="02040503050406030204" pitchFamily="18" charset="0"/>
                      </a:rPr>
                      <m:t>𝜇</m:t>
                    </m:r>
                    <m:r>
                      <a:rPr lang="en-US" b="0" i="1" smtClean="0">
                        <a:latin typeface="Cambria Math" panose="02040503050406030204" pitchFamily="18" charset="0"/>
                      </a:rPr>
                      <m:t>𝑚</m:t>
                    </m:r>
                  </m:oMath>
                </a14:m>
                <a:endParaRPr lang="da-DK" dirty="0"/>
              </a:p>
              <a:p>
                <a:pPr lvl="1"/>
                <a:r>
                  <a:rPr lang="da-DK" dirty="0"/>
                  <a:t>Length </a:t>
                </a:r>
                <a14:m>
                  <m:oMath xmlns:m="http://schemas.openxmlformats.org/officeDocument/2006/math">
                    <m:r>
                      <a:rPr lang="en-US" b="0" i="1" smtClean="0">
                        <a:latin typeface="Cambria Math" panose="02040503050406030204" pitchFamily="18" charset="0"/>
                      </a:rPr>
                      <m:t>50</m:t>
                    </m:r>
                    <m:r>
                      <a:rPr lang="en-US" b="0" i="1" smtClean="0">
                        <a:latin typeface="Cambria Math" panose="02040503050406030204" pitchFamily="18" charset="0"/>
                      </a:rPr>
                      <m:t>𝜇</m:t>
                    </m:r>
                    <m:r>
                      <a:rPr lang="en-US" b="0" i="1" smtClean="0">
                        <a:latin typeface="Cambria Math" panose="02040503050406030204" pitchFamily="18" charset="0"/>
                      </a:rPr>
                      <m:t>𝑚</m:t>
                    </m:r>
                    <m:r>
                      <a:rPr lang="en-US" b="0" i="1" smtClean="0">
                        <a:latin typeface="Cambria Math" panose="02040503050406030204" pitchFamily="18" charset="0"/>
                      </a:rPr>
                      <m:t>−100</m:t>
                    </m:r>
                    <m:r>
                      <a:rPr lang="en-US" b="0" i="1" smtClean="0">
                        <a:latin typeface="Cambria Math" panose="02040503050406030204" pitchFamily="18" charset="0"/>
                      </a:rPr>
                      <m:t>𝜇</m:t>
                    </m:r>
                    <m:r>
                      <a:rPr lang="en-US" b="0" i="1" smtClean="0">
                        <a:latin typeface="Cambria Math" panose="02040503050406030204" pitchFamily="18" charset="0"/>
                      </a:rPr>
                      <m:t>𝑚</m:t>
                    </m:r>
                  </m:oMath>
                </a14:m>
                <a:endParaRPr lang="da-DK" dirty="0"/>
              </a:p>
              <a:p>
                <a:pPr lvl="1"/>
                <a:r>
                  <a:rPr lang="da-DK" b="1" dirty="0"/>
                  <a:t>Stratiated</a:t>
                </a:r>
                <a:r>
                  <a:rPr lang="da-DK" dirty="0"/>
                  <a:t> due to regular arrangement of myofilaments</a:t>
                </a:r>
              </a:p>
              <a:p>
                <a:pPr lvl="1"/>
                <a:r>
                  <a:rPr lang="da-DK" dirty="0"/>
                  <a:t>Electrically coupled to other cardiomyocytes</a:t>
                </a:r>
              </a:p>
              <a:p>
                <a:pPr lvl="1"/>
                <a:endParaRPr lang="da-DK" dirty="0"/>
              </a:p>
              <a:p>
                <a:pPr marL="338138" lvl="1" indent="0">
                  <a:buNone/>
                </a:pPr>
                <a:endParaRPr lang="da-DK" dirty="0"/>
              </a:p>
            </p:txBody>
          </p:sp>
        </mc:Choice>
        <mc:Fallback xmlns="">
          <p:sp>
            <p:nvSpPr>
              <p:cNvPr id="6" name="Text Placeholder 5">
                <a:extLst>
                  <a:ext uri="{FF2B5EF4-FFF2-40B4-BE49-F238E27FC236}">
                    <a16:creationId xmlns:a16="http://schemas.microsoft.com/office/drawing/2014/main" id="{1688B714-7037-4291-B1E4-663E596C1B1C}"/>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112" t="-488"/>
                </a:stretch>
              </a:blipFill>
            </p:spPr>
            <p:txBody>
              <a:bodyPr/>
              <a:lstStyle/>
              <a:p>
                <a:r>
                  <a:rPr lang="en-DK">
                    <a:noFill/>
                  </a:rPr>
                  <a:t> </a:t>
                </a:r>
              </a:p>
            </p:txBody>
          </p:sp>
        </mc:Fallback>
      </mc:AlternateContent>
      <p:pic>
        <p:nvPicPr>
          <p:cNvPr id="8" name="Picture 4">
            <a:extLst>
              <a:ext uri="{FF2B5EF4-FFF2-40B4-BE49-F238E27FC236}">
                <a16:creationId xmlns:a16="http://schemas.microsoft.com/office/drawing/2014/main" id="{5BB9ACBC-1F17-4777-A0DC-37555B7F3A3F}"/>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t="-25447" b="-25447"/>
          <a:stretch/>
        </p:blipFill>
        <p:spPr bwMode="auto">
          <a:xfrm>
            <a:off x="7439025" y="0"/>
            <a:ext cx="47529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A733680-A880-5D71-B49E-E2433114D009}"/>
              </a:ext>
            </a:extLst>
          </p:cNvPr>
          <p:cNvSpPr/>
          <p:nvPr/>
        </p:nvSpPr>
        <p:spPr>
          <a:xfrm>
            <a:off x="7362825" y="1714500"/>
            <a:ext cx="1428750" cy="4152900"/>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757183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F24DF-9E17-43B0-9F48-FA74DE067B60}"/>
              </a:ext>
            </a:extLst>
          </p:cNvPr>
          <p:cNvSpPr>
            <a:spLocks noGrp="1"/>
          </p:cNvSpPr>
          <p:nvPr>
            <p:ph type="title"/>
          </p:nvPr>
        </p:nvSpPr>
        <p:spPr/>
        <p:txBody>
          <a:bodyPr/>
          <a:lstStyle/>
          <a:p>
            <a:r>
              <a:rPr lang="da-DK" dirty="0"/>
              <a:t>Cardiac Contractility</a:t>
            </a:r>
            <a:br>
              <a:rPr lang="da-DK" dirty="0"/>
            </a:br>
            <a:r>
              <a:rPr lang="da-DK" dirty="0"/>
              <a:t>The cardiac cell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688B714-7037-4291-B1E4-663E596C1B1C}"/>
                  </a:ext>
                </a:extLst>
              </p:cNvPr>
              <p:cNvSpPr>
                <a:spLocks noGrp="1"/>
              </p:cNvSpPr>
              <p:nvPr>
                <p:ph type="body" sz="quarter" idx="12"/>
              </p:nvPr>
            </p:nvSpPr>
            <p:spPr/>
            <p:txBody>
              <a:bodyPr>
                <a:normAutofit fontScale="92500" lnSpcReduction="10000"/>
              </a:bodyPr>
              <a:lstStyle/>
              <a:p>
                <a:r>
                  <a:rPr lang="da-DK" dirty="0"/>
                  <a:t>Myofilaments consists of units called sarcomeres</a:t>
                </a:r>
              </a:p>
              <a:p>
                <a:pPr lvl="1"/>
                <a:r>
                  <a:rPr lang="da-DK" dirty="0"/>
                  <a:t>Between </a:t>
                </a:r>
                <a14:m>
                  <m:oMath xmlns:m="http://schemas.openxmlformats.org/officeDocument/2006/math">
                    <m:r>
                      <a:rPr lang="da-DK" i="1" dirty="0" smtClean="0">
                        <a:latin typeface="Cambria Math" panose="02040503050406030204" pitchFamily="18" charset="0"/>
                      </a:rPr>
                      <m:t>1.8</m:t>
                    </m:r>
                    <m:r>
                      <a:rPr lang="da-DK" i="1" dirty="0" smtClean="0">
                        <a:latin typeface="Cambria Math" panose="02040503050406030204" pitchFamily="18" charset="0"/>
                      </a:rPr>
                      <m:t>𝜇</m:t>
                    </m:r>
                    <m:r>
                      <a:rPr lang="da-DK" i="1" dirty="0" smtClean="0">
                        <a:latin typeface="Cambria Math" panose="02040503050406030204" pitchFamily="18" charset="0"/>
                      </a:rPr>
                      <m:t>𝑚</m:t>
                    </m:r>
                  </m:oMath>
                </a14:m>
                <a:r>
                  <a:rPr lang="da-DK" dirty="0"/>
                  <a:t> and </a:t>
                </a:r>
                <a14:m>
                  <m:oMath xmlns:m="http://schemas.openxmlformats.org/officeDocument/2006/math">
                    <m:r>
                      <a:rPr lang="da-DK" i="1" dirty="0" smtClean="0">
                        <a:latin typeface="Cambria Math" panose="02040503050406030204" pitchFamily="18" charset="0"/>
                      </a:rPr>
                      <m:t>2.0 </m:t>
                    </m:r>
                    <m:r>
                      <a:rPr lang="da-DK" i="1" dirty="0" smtClean="0">
                        <a:latin typeface="Cambria Math" panose="02040503050406030204" pitchFamily="18" charset="0"/>
                      </a:rPr>
                      <m:t>𝜇</m:t>
                    </m:r>
                    <m:r>
                      <a:rPr lang="da-DK" i="1" dirty="0" smtClean="0">
                        <a:latin typeface="Cambria Math" panose="02040503050406030204" pitchFamily="18" charset="0"/>
                      </a:rPr>
                      <m:t>𝑚</m:t>
                    </m:r>
                  </m:oMath>
                </a14:m>
                <a:r>
                  <a:rPr lang="da-DK" dirty="0"/>
                  <a:t> long</a:t>
                </a:r>
              </a:p>
              <a:p>
                <a:pPr lvl="1"/>
                <a:r>
                  <a:rPr lang="da-DK" dirty="0"/>
                  <a:t>Between each Z-Z line</a:t>
                </a:r>
              </a:p>
              <a:p>
                <a:r>
                  <a:rPr lang="da-DK" dirty="0"/>
                  <a:t>Thick filaments (A band)</a:t>
                </a:r>
              </a:p>
              <a:p>
                <a:pPr lvl="1"/>
                <a:r>
                  <a:rPr lang="da-DK" dirty="0"/>
                  <a:t>Diameter: 15nm</a:t>
                </a:r>
              </a:p>
              <a:p>
                <a:pPr lvl="1"/>
                <a:r>
                  <a:rPr lang="da-DK" dirty="0"/>
                  <a:t>Length: </a:t>
                </a:r>
                <a14:m>
                  <m:oMath xmlns:m="http://schemas.openxmlformats.org/officeDocument/2006/math">
                    <m:r>
                      <a:rPr lang="en-US" b="0" i="1" smtClean="0">
                        <a:latin typeface="Cambria Math" panose="02040503050406030204" pitchFamily="18" charset="0"/>
                      </a:rPr>
                      <m:t>1.6</m:t>
                    </m:r>
                    <m:r>
                      <a:rPr lang="en-US" b="0" i="1" smtClean="0">
                        <a:latin typeface="Cambria Math" panose="02040503050406030204" pitchFamily="18" charset="0"/>
                      </a:rPr>
                      <m:t>𝜇</m:t>
                    </m:r>
                    <m:r>
                      <a:rPr lang="en-US" b="0" i="1" smtClean="0">
                        <a:latin typeface="Cambria Math" panose="02040503050406030204" pitchFamily="18" charset="0"/>
                      </a:rPr>
                      <m:t>𝑚</m:t>
                    </m:r>
                  </m:oMath>
                </a14:m>
                <a:endParaRPr lang="en-US" dirty="0"/>
              </a:p>
              <a:p>
                <a:pPr lvl="1"/>
                <a:r>
                  <a:rPr lang="en-US" dirty="0"/>
                  <a:t>300 myosin (160nm) </a:t>
                </a:r>
              </a:p>
              <a:p>
                <a:pPr lvl="2"/>
                <a:r>
                  <a:rPr lang="en-US" dirty="0"/>
                  <a:t>Paired helixes</a:t>
                </a:r>
              </a:p>
              <a:p>
                <a:pPr lvl="3"/>
                <a:r>
                  <a:rPr lang="en-US" dirty="0"/>
                  <a:t>Weight 200 000 Da</a:t>
                </a:r>
              </a:p>
              <a:p>
                <a:pPr lvl="3"/>
                <a:r>
                  <a:rPr lang="en-US" dirty="0"/>
                  <a:t>Bind to globular heads</a:t>
                </a:r>
              </a:p>
              <a:p>
                <a:pPr lvl="1"/>
                <a:r>
                  <a:rPr lang="en-US" dirty="0"/>
                  <a:t>Is polarized (Contains a bare zone)</a:t>
                </a:r>
              </a:p>
              <a:p>
                <a:pPr lvl="2"/>
                <a:r>
                  <a:rPr lang="en-US" dirty="0"/>
                  <a:t>Tails face the M-line</a:t>
                </a:r>
              </a:p>
              <a:p>
                <a:pPr lvl="2"/>
                <a:r>
                  <a:rPr lang="en-US" dirty="0"/>
                  <a:t>Heads face the Z-line</a:t>
                </a:r>
              </a:p>
              <a:p>
                <a:pPr lvl="1"/>
                <a:r>
                  <a:rPr lang="en-US" dirty="0"/>
                  <a:t>Heads enable the Thich filaments to interact with thin filaments</a:t>
                </a:r>
                <a:endParaRPr lang="da-DK" dirty="0"/>
              </a:p>
            </p:txBody>
          </p:sp>
        </mc:Choice>
        <mc:Fallback xmlns="">
          <p:sp>
            <p:nvSpPr>
              <p:cNvPr id="6" name="Text Placeholder 5">
                <a:extLst>
                  <a:ext uri="{FF2B5EF4-FFF2-40B4-BE49-F238E27FC236}">
                    <a16:creationId xmlns:a16="http://schemas.microsoft.com/office/drawing/2014/main" id="{1688B714-7037-4291-B1E4-663E596C1B1C}"/>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976" b="-325"/>
                </a:stretch>
              </a:blipFill>
            </p:spPr>
            <p:txBody>
              <a:bodyPr/>
              <a:lstStyle/>
              <a:p>
                <a:r>
                  <a:rPr lang="da-DK">
                    <a:noFill/>
                  </a:rPr>
                  <a:t> </a:t>
                </a:r>
              </a:p>
            </p:txBody>
          </p:sp>
        </mc:Fallback>
      </mc:AlternateContent>
      <p:pic>
        <p:nvPicPr>
          <p:cNvPr id="7" name="Picture Placeholder 6">
            <a:extLst>
              <a:ext uri="{FF2B5EF4-FFF2-40B4-BE49-F238E27FC236}">
                <a16:creationId xmlns:a16="http://schemas.microsoft.com/office/drawing/2014/main" id="{A6CC692B-864A-40F2-90BE-60549074DA11}"/>
              </a:ext>
            </a:extLst>
          </p:cNvPr>
          <p:cNvPicPr>
            <a:picLocks noGrp="1" noChangeAspect="1" noChangeArrowheads="1"/>
          </p:cNvPicPr>
          <p:nvPr>
            <p:ph type="pic" sz="quarter" idx="11"/>
          </p:nvPr>
        </p:nvPicPr>
        <p:blipFill rotWithShape="1">
          <a:blip r:embed="rId4">
            <a:extLst>
              <a:ext uri="{28A0092B-C50C-407E-A947-70E740481C1C}">
                <a14:useLocalDpi xmlns:a14="http://schemas.microsoft.com/office/drawing/2010/main" val="0"/>
              </a:ext>
            </a:extLst>
          </a:blip>
          <a:srcRect t="-25447" b="-25447"/>
          <a:stretch/>
        </p:blipFill>
        <p:spPr bwMode="auto">
          <a:xfrm>
            <a:off x="7439025" y="0"/>
            <a:ext cx="47529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3BDCD87-C9DA-55AD-7230-6854806F83DA}"/>
              </a:ext>
            </a:extLst>
          </p:cNvPr>
          <p:cNvSpPr/>
          <p:nvPr/>
        </p:nvSpPr>
        <p:spPr>
          <a:xfrm>
            <a:off x="9267825" y="1455420"/>
            <a:ext cx="1428750" cy="2758440"/>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DK"/>
          </a:p>
        </p:txBody>
      </p:sp>
      <p:sp>
        <p:nvSpPr>
          <p:cNvPr id="4" name="Rectangle 3">
            <a:extLst>
              <a:ext uri="{FF2B5EF4-FFF2-40B4-BE49-F238E27FC236}">
                <a16:creationId xmlns:a16="http://schemas.microsoft.com/office/drawing/2014/main" id="{9D0106CC-63E6-51D1-5DF0-E671137F5D90}"/>
              </a:ext>
            </a:extLst>
          </p:cNvPr>
          <p:cNvSpPr/>
          <p:nvPr/>
        </p:nvSpPr>
        <p:spPr>
          <a:xfrm>
            <a:off x="11019691" y="2484120"/>
            <a:ext cx="1103728" cy="2701594"/>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DK"/>
          </a:p>
        </p:txBody>
      </p:sp>
      <p:sp>
        <p:nvSpPr>
          <p:cNvPr id="8" name="TextBox 7">
            <a:extLst>
              <a:ext uri="{FF2B5EF4-FFF2-40B4-BE49-F238E27FC236}">
                <a16:creationId xmlns:a16="http://schemas.microsoft.com/office/drawing/2014/main" id="{0E11A5A6-D273-F5F7-1DDF-73C40E70DACF}"/>
              </a:ext>
            </a:extLst>
          </p:cNvPr>
          <p:cNvSpPr txBox="1"/>
          <p:nvPr/>
        </p:nvSpPr>
        <p:spPr>
          <a:xfrm>
            <a:off x="8432420" y="80144"/>
            <a:ext cx="3331473" cy="577081"/>
          </a:xfrm>
          <a:prstGeom prst="rect">
            <a:avLst/>
          </a:prstGeom>
          <a:noFill/>
          <a:effectLst/>
        </p:spPr>
        <p:txBody>
          <a:bodyPr wrap="square">
            <a:spAutoFit/>
          </a:bodyPr>
          <a:lstStyle/>
          <a:p>
            <a:r>
              <a:rPr lang="en-US" sz="1050" dirty="0"/>
              <a:t>Dalton: Da</a:t>
            </a:r>
          </a:p>
          <a:p>
            <a:r>
              <a:rPr lang="en-US" sz="1050" dirty="0"/>
              <a:t>one-twelfth of the mass of a carbon-12 atom, about 1.660 538 86 × 10⁻²⁷ kilogram</a:t>
            </a:r>
            <a:endParaRPr lang="da-DK" sz="1050" dirty="0"/>
          </a:p>
        </p:txBody>
      </p:sp>
    </p:spTree>
    <p:extLst>
      <p:ext uri="{BB962C8B-B14F-4D97-AF65-F5344CB8AC3E}">
        <p14:creationId xmlns:p14="http://schemas.microsoft.com/office/powerpoint/2010/main" val="312801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3" end="13"/>
                                            </p:txEl>
                                          </p:spTgt>
                                        </p:tgtEl>
                                        <p:attrNameLst>
                                          <p:attrName>style.visibility</p:attrName>
                                        </p:attrNameLst>
                                      </p:cBhvr>
                                      <p:to>
                                        <p:strVal val="visible"/>
                                      </p:to>
                                    </p:set>
                                  </p:childTnLst>
                                </p:cTn>
                              </p:par>
                              <p:par>
                                <p:cTn id="29" presetID="1" presetClass="exit"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F24DF-9E17-43B0-9F48-FA74DE067B60}"/>
              </a:ext>
            </a:extLst>
          </p:cNvPr>
          <p:cNvSpPr>
            <a:spLocks noGrp="1"/>
          </p:cNvSpPr>
          <p:nvPr>
            <p:ph type="title"/>
          </p:nvPr>
        </p:nvSpPr>
        <p:spPr/>
        <p:txBody>
          <a:bodyPr/>
          <a:lstStyle/>
          <a:p>
            <a:r>
              <a:rPr lang="da-DK" dirty="0"/>
              <a:t>Cardiac Contractility</a:t>
            </a:r>
            <a:br>
              <a:rPr lang="da-DK" dirty="0"/>
            </a:br>
            <a:r>
              <a:rPr lang="da-DK" dirty="0"/>
              <a:t>The cardiac cell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688B714-7037-4291-B1E4-663E596C1B1C}"/>
                  </a:ext>
                </a:extLst>
              </p:cNvPr>
              <p:cNvSpPr>
                <a:spLocks noGrp="1"/>
              </p:cNvSpPr>
              <p:nvPr>
                <p:ph type="body" sz="quarter" idx="12"/>
              </p:nvPr>
            </p:nvSpPr>
            <p:spPr/>
            <p:txBody>
              <a:bodyPr>
                <a:normAutofit/>
              </a:bodyPr>
              <a:lstStyle/>
              <a:p>
                <a:r>
                  <a:rPr lang="da-DK" dirty="0"/>
                  <a:t>Thin filaments (I Band)</a:t>
                </a:r>
              </a:p>
              <a:p>
                <a:pPr lvl="1"/>
                <a:r>
                  <a:rPr lang="da-DK" dirty="0"/>
                  <a:t>Diameter: 6nm</a:t>
                </a:r>
              </a:p>
              <a:p>
                <a:pPr lvl="1"/>
                <a:r>
                  <a:rPr lang="da-DK" dirty="0"/>
                  <a:t>Length: </a:t>
                </a:r>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𝜇</m:t>
                    </m:r>
                    <m:r>
                      <a:rPr lang="en-US" b="0" i="1" smtClean="0">
                        <a:latin typeface="Cambria Math" panose="02040503050406030204" pitchFamily="18" charset="0"/>
                      </a:rPr>
                      <m:t>𝑚</m:t>
                    </m:r>
                  </m:oMath>
                </a14:m>
                <a:endParaRPr lang="da-DK" dirty="0"/>
              </a:p>
              <a:p>
                <a:pPr lvl="1"/>
                <a:r>
                  <a:rPr lang="da-DK" dirty="0"/>
                  <a:t>Consists of two intertwined chains of G-actin </a:t>
                </a:r>
              </a:p>
              <a:p>
                <a:pPr lvl="2"/>
                <a:r>
                  <a:rPr lang="da-DK" dirty="0"/>
                  <a:t>Weight : 42 000 Da</a:t>
                </a:r>
              </a:p>
              <a:p>
                <a:pPr lvl="2"/>
                <a:r>
                  <a:rPr lang="da-DK" dirty="0"/>
                  <a:t>7 chains / half turn of F-actin filament</a:t>
                </a:r>
              </a:p>
              <a:p>
                <a:pPr lvl="3"/>
                <a:r>
                  <a:rPr lang="da-DK" dirty="0"/>
                  <a:t>Repeat distance : </a:t>
                </a:r>
                <a14:m>
                  <m:oMath xmlns:m="http://schemas.openxmlformats.org/officeDocument/2006/math">
                    <m:r>
                      <a:rPr lang="en-US" b="0" i="1" smtClean="0">
                        <a:latin typeface="Cambria Math" panose="02040503050406030204" pitchFamily="18" charset="0"/>
                      </a:rPr>
                      <m:t>38.5</m:t>
                    </m:r>
                    <m:r>
                      <a:rPr lang="en-US" b="0" i="1" smtClean="0">
                        <a:latin typeface="Cambria Math" panose="02040503050406030204" pitchFamily="18" charset="0"/>
                      </a:rPr>
                      <m:t>𝑛𝑚</m:t>
                    </m:r>
                  </m:oMath>
                </a14:m>
                <a:r>
                  <a:rPr lang="da-DK" dirty="0"/>
                  <a:t>/half turn</a:t>
                </a:r>
              </a:p>
              <a:p>
                <a:pPr lvl="2"/>
                <a:r>
                  <a:rPr lang="da-DK" dirty="0"/>
                  <a:t>Bind to actinin at the z-line</a:t>
                </a:r>
              </a:p>
            </p:txBody>
          </p:sp>
        </mc:Choice>
        <mc:Fallback xmlns="">
          <p:sp>
            <p:nvSpPr>
              <p:cNvPr id="6" name="Text Placeholder 5">
                <a:extLst>
                  <a:ext uri="{FF2B5EF4-FFF2-40B4-BE49-F238E27FC236}">
                    <a16:creationId xmlns:a16="http://schemas.microsoft.com/office/drawing/2014/main" id="{1688B714-7037-4291-B1E4-663E596C1B1C}"/>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488"/>
                </a:stretch>
              </a:blipFill>
            </p:spPr>
            <p:txBody>
              <a:bodyPr/>
              <a:lstStyle/>
              <a:p>
                <a:r>
                  <a:rPr lang="da-DK">
                    <a:noFill/>
                  </a:rPr>
                  <a:t> </a:t>
                </a:r>
              </a:p>
            </p:txBody>
          </p:sp>
        </mc:Fallback>
      </mc:AlternateContent>
      <p:pic>
        <p:nvPicPr>
          <p:cNvPr id="8" name="Picture 4">
            <a:extLst>
              <a:ext uri="{FF2B5EF4-FFF2-40B4-BE49-F238E27FC236}">
                <a16:creationId xmlns:a16="http://schemas.microsoft.com/office/drawing/2014/main" id="{5BB9ACBC-1F17-4777-A0DC-37555B7F3A3F}"/>
              </a:ext>
            </a:extLst>
          </p:cNvPr>
          <p:cNvPicPr>
            <a:picLocks noGrp="1" noChangeAspect="1" noChangeArrowheads="1"/>
          </p:cNvPicPr>
          <p:nvPr>
            <p:ph type="pic" sz="quarter" idx="11"/>
          </p:nvPr>
        </p:nvPicPr>
        <p:blipFill rotWithShape="1">
          <a:blip r:embed="rId4">
            <a:extLst>
              <a:ext uri="{28A0092B-C50C-407E-A947-70E740481C1C}">
                <a14:useLocalDpi xmlns:a14="http://schemas.microsoft.com/office/drawing/2010/main" val="0"/>
              </a:ext>
            </a:extLst>
          </a:blip>
          <a:srcRect t="-25447" b="-25447"/>
          <a:stretch/>
        </p:blipFill>
        <p:spPr bwMode="auto">
          <a:xfrm>
            <a:off x="7439025" y="0"/>
            <a:ext cx="47529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98801FB-5EE9-9EFB-C533-ADCBA697C22D}"/>
              </a:ext>
            </a:extLst>
          </p:cNvPr>
          <p:cNvSpPr/>
          <p:nvPr/>
        </p:nvSpPr>
        <p:spPr>
          <a:xfrm>
            <a:off x="11132819" y="1013460"/>
            <a:ext cx="935355" cy="1531620"/>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DK"/>
          </a:p>
        </p:txBody>
      </p:sp>
      <p:sp>
        <p:nvSpPr>
          <p:cNvPr id="4" name="TextBox 3">
            <a:extLst>
              <a:ext uri="{FF2B5EF4-FFF2-40B4-BE49-F238E27FC236}">
                <a16:creationId xmlns:a16="http://schemas.microsoft.com/office/drawing/2014/main" id="{002E9887-D52F-E5F0-BA7E-E30351A04C5A}"/>
              </a:ext>
            </a:extLst>
          </p:cNvPr>
          <p:cNvSpPr txBox="1"/>
          <p:nvPr/>
        </p:nvSpPr>
        <p:spPr>
          <a:xfrm>
            <a:off x="8432420" y="80144"/>
            <a:ext cx="3331473" cy="577081"/>
          </a:xfrm>
          <a:prstGeom prst="rect">
            <a:avLst/>
          </a:prstGeom>
          <a:noFill/>
          <a:effectLst/>
        </p:spPr>
        <p:txBody>
          <a:bodyPr wrap="square">
            <a:spAutoFit/>
          </a:bodyPr>
          <a:lstStyle/>
          <a:p>
            <a:r>
              <a:rPr lang="en-US" sz="1050" dirty="0"/>
              <a:t>Dalton: Da</a:t>
            </a:r>
          </a:p>
          <a:p>
            <a:r>
              <a:rPr lang="en-US" sz="1050" dirty="0"/>
              <a:t>one-twelfth of the mass of a carbon-12 atom, about 1.660 538 86 × 10⁻²⁷ kilogram</a:t>
            </a:r>
            <a:endParaRPr lang="da-DK" sz="1050" dirty="0"/>
          </a:p>
        </p:txBody>
      </p:sp>
    </p:spTree>
    <p:extLst>
      <p:ext uri="{BB962C8B-B14F-4D97-AF65-F5344CB8AC3E}">
        <p14:creationId xmlns:p14="http://schemas.microsoft.com/office/powerpoint/2010/main" val="1578297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F24DF-9E17-43B0-9F48-FA74DE067B60}"/>
              </a:ext>
            </a:extLst>
          </p:cNvPr>
          <p:cNvSpPr>
            <a:spLocks noGrp="1"/>
          </p:cNvSpPr>
          <p:nvPr>
            <p:ph type="title"/>
          </p:nvPr>
        </p:nvSpPr>
        <p:spPr/>
        <p:txBody>
          <a:bodyPr/>
          <a:lstStyle/>
          <a:p>
            <a:r>
              <a:rPr lang="da-DK" dirty="0"/>
              <a:t>The cardiac cell</a:t>
            </a:r>
          </a:p>
        </p:txBody>
      </p:sp>
      <p:pic>
        <p:nvPicPr>
          <p:cNvPr id="7" name="Picture 5">
            <a:extLst>
              <a:ext uri="{FF2B5EF4-FFF2-40B4-BE49-F238E27FC236}">
                <a16:creationId xmlns:a16="http://schemas.microsoft.com/office/drawing/2014/main" id="{1B258C27-87F2-46AE-BCAA-1BA55E3DF890}"/>
              </a:ext>
            </a:extLst>
          </p:cNvPr>
          <p:cNvPicPr>
            <a:picLocks noGrp="1" noChangeAspect="1" noChangeArrowheads="1"/>
          </p:cNvPicPr>
          <p:nvPr>
            <p:ph type="chart" sz="quarter" idx="12"/>
          </p:nvPr>
        </p:nvPicPr>
        <p:blipFill rotWithShape="1">
          <a:blip r:embed="rId3">
            <a:extLst>
              <a:ext uri="{28A0092B-C50C-407E-A947-70E740481C1C}">
                <a14:useLocalDpi xmlns:a14="http://schemas.microsoft.com/office/drawing/2010/main" val="0"/>
              </a:ext>
            </a:extLst>
          </a:blip>
          <a:stretch/>
        </p:blipFill>
        <p:spPr bwMode="auto">
          <a:xfrm>
            <a:off x="7064339" y="2211733"/>
            <a:ext cx="4379985" cy="356007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688B714-7037-4291-B1E4-663E596C1B1C}"/>
                  </a:ext>
                </a:extLst>
              </p:cNvPr>
              <p:cNvSpPr>
                <a:spLocks noGrp="1"/>
              </p:cNvSpPr>
              <p:nvPr>
                <p:ph type="body" sz="quarter" idx="13"/>
              </p:nvPr>
            </p:nvSpPr>
            <p:spPr/>
            <p:txBody>
              <a:bodyPr>
                <a:normAutofit fontScale="92500" lnSpcReduction="10000"/>
              </a:bodyPr>
              <a:lstStyle/>
              <a:p>
                <a:r>
                  <a:rPr lang="da-DK" dirty="0"/>
                  <a:t>Trompomyosin </a:t>
                </a:r>
              </a:p>
              <a:p>
                <a:pPr lvl="2"/>
                <a:r>
                  <a:rPr lang="da-DK" dirty="0"/>
                  <a:t>Rod like structure in the G-</a:t>
                </a:r>
                <a:r>
                  <a:rPr lang="da-DK" dirty="0" err="1"/>
                  <a:t>Actin</a:t>
                </a:r>
                <a:endParaRPr lang="da-DK" dirty="0"/>
              </a:p>
              <a:p>
                <a:pPr lvl="2"/>
                <a:r>
                  <a:rPr lang="da-DK" dirty="0"/>
                  <a:t>Repeats every half turn (38.5nm)</a:t>
                </a:r>
              </a:p>
              <a:p>
                <a:pPr lvl="2"/>
                <a:r>
                  <a:rPr lang="da-DK" dirty="0"/>
                  <a:t>Inhibitor which position is controlled by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endParaRPr lang="da-DK" dirty="0"/>
              </a:p>
              <a:p>
                <a:pPr lvl="1"/>
                <a:endParaRPr lang="da-DK" dirty="0"/>
              </a:p>
              <a:p>
                <a:r>
                  <a:rPr lang="da-DK" dirty="0"/>
                  <a:t>Tromponin complex (TnC)</a:t>
                </a:r>
              </a:p>
              <a:p>
                <a:pPr lvl="1"/>
                <a:r>
                  <a:rPr lang="da-DK" dirty="0"/>
                  <a:t>Tromponin I</a:t>
                </a:r>
              </a:p>
              <a:p>
                <a:pPr lvl="2"/>
                <a:r>
                  <a:rPr lang="da-DK" dirty="0"/>
                  <a:t>Inhibit actin-myosin interaction</a:t>
                </a:r>
              </a:p>
              <a:p>
                <a:pPr lvl="1"/>
                <a:r>
                  <a:rPr lang="da-DK" dirty="0"/>
                  <a:t>Tromponin C</a:t>
                </a:r>
              </a:p>
              <a:p>
                <a:pPr lvl="2"/>
                <a:r>
                  <a:rPr lang="da-DK" dirty="0"/>
                  <a:t>Binds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r>
                  <a:rPr lang="da-DK" dirty="0"/>
                  <a:t> (the Trompomyosin will stop inhibiting interaction with myocin)</a:t>
                </a:r>
              </a:p>
              <a:p>
                <a:pPr lvl="1"/>
                <a:r>
                  <a:rPr lang="da-DK" dirty="0"/>
                  <a:t>Tromponin T</a:t>
                </a:r>
              </a:p>
              <a:p>
                <a:pPr lvl="2"/>
                <a:r>
                  <a:rPr lang="da-DK" dirty="0"/>
                  <a:t>Binds to Trompomyosin</a:t>
                </a:r>
              </a:p>
              <a:p>
                <a:endParaRPr lang="en-US" dirty="0"/>
              </a:p>
              <a:p>
                <a:pPr lvl="1"/>
                <a:endParaRPr lang="da-DK" dirty="0"/>
              </a:p>
            </p:txBody>
          </p:sp>
        </mc:Choice>
        <mc:Fallback xmlns="">
          <p:sp>
            <p:nvSpPr>
              <p:cNvPr id="6" name="Text Placeholder 5">
                <a:extLst>
                  <a:ext uri="{FF2B5EF4-FFF2-40B4-BE49-F238E27FC236}">
                    <a16:creationId xmlns:a16="http://schemas.microsoft.com/office/drawing/2014/main" id="{1688B714-7037-4291-B1E4-663E596C1B1C}"/>
                  </a:ext>
                </a:extLst>
              </p:cNvPr>
              <p:cNvSpPr>
                <a:spLocks noGrp="1" noRot="1" noChangeAspect="1" noMove="1" noResize="1" noEditPoints="1" noAdjustHandles="1" noChangeArrowheads="1" noChangeShapeType="1" noTextEdit="1"/>
              </p:cNvSpPr>
              <p:nvPr>
                <p:ph type="body" sz="quarter" idx="13"/>
              </p:nvPr>
            </p:nvSpPr>
            <p:spPr>
              <a:blipFill>
                <a:blip r:embed="rId4"/>
                <a:stretch>
                  <a:fillRect l="-106" t="-341"/>
                </a:stretch>
              </a:blipFill>
            </p:spPr>
            <p:txBody>
              <a:bodyPr/>
              <a:lstStyle/>
              <a:p>
                <a:r>
                  <a:rPr lang="en-DK">
                    <a:noFill/>
                  </a:rPr>
                  <a:t> </a:t>
                </a:r>
              </a:p>
            </p:txBody>
          </p:sp>
        </mc:Fallback>
      </mc:AlternateContent>
      <p:sp>
        <p:nvSpPr>
          <p:cNvPr id="4" name="TextBox 3">
            <a:extLst>
              <a:ext uri="{FF2B5EF4-FFF2-40B4-BE49-F238E27FC236}">
                <a16:creationId xmlns:a16="http://schemas.microsoft.com/office/drawing/2014/main" id="{77BB7043-F6C4-EB49-EDD9-2DFF3151EC58}"/>
              </a:ext>
            </a:extLst>
          </p:cNvPr>
          <p:cNvSpPr txBox="1"/>
          <p:nvPr/>
        </p:nvSpPr>
        <p:spPr>
          <a:xfrm>
            <a:off x="8555106" y="265188"/>
            <a:ext cx="3371851" cy="938719"/>
          </a:xfrm>
          <a:prstGeom prst="rect">
            <a:avLst/>
          </a:prstGeom>
          <a:noFill/>
          <a:effectLst/>
        </p:spPr>
        <p:txBody>
          <a:bodyPr wrap="square">
            <a:spAutoFit/>
          </a:bodyPr>
          <a:lstStyle/>
          <a:p>
            <a:r>
              <a:rPr lang="en-US" sz="1100" dirty="0" err="1"/>
              <a:t>Trompomyosin</a:t>
            </a:r>
            <a:r>
              <a:rPr lang="en-US" sz="1100" dirty="0"/>
              <a:t> is on thin filaments</a:t>
            </a:r>
          </a:p>
          <a:p>
            <a:endParaRPr lang="en-US" sz="1100" dirty="0"/>
          </a:p>
          <a:p>
            <a:r>
              <a:rPr lang="en-US" sz="1100" dirty="0"/>
              <a:t>Dalton: Da</a:t>
            </a:r>
          </a:p>
          <a:p>
            <a:r>
              <a:rPr lang="en-US" sz="1100" dirty="0"/>
              <a:t>one-twelfth of the mass of a carbon-12 atom, about 1.660 538 86 × 10⁻²⁷ kilogram</a:t>
            </a:r>
          </a:p>
        </p:txBody>
      </p:sp>
    </p:spTree>
    <p:extLst>
      <p:ext uri="{BB962C8B-B14F-4D97-AF65-F5344CB8AC3E}">
        <p14:creationId xmlns:p14="http://schemas.microsoft.com/office/powerpoint/2010/main" val="102837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754E76-5D01-4B6E-9618-0736F28BEB13}"/>
              </a:ext>
            </a:extLst>
          </p:cNvPr>
          <p:cNvSpPr>
            <a:spLocks noGrp="1"/>
          </p:cNvSpPr>
          <p:nvPr>
            <p:ph type="title"/>
          </p:nvPr>
        </p:nvSpPr>
        <p:spPr/>
        <p:txBody>
          <a:bodyPr/>
          <a:lstStyle/>
          <a:p>
            <a:r>
              <a:rPr lang="en-US" dirty="0"/>
              <a:t>Contractile force with respect to myocyte length</a:t>
            </a:r>
            <a:endParaRPr lang="da-DK" dirty="0"/>
          </a:p>
        </p:txBody>
      </p:sp>
      <p:sp>
        <p:nvSpPr>
          <p:cNvPr id="4" name="Text Placeholder 3">
            <a:extLst>
              <a:ext uri="{FF2B5EF4-FFF2-40B4-BE49-F238E27FC236}">
                <a16:creationId xmlns:a16="http://schemas.microsoft.com/office/drawing/2014/main" id="{6B783FE6-CFDA-4F02-A51A-3022C0DF9285}"/>
              </a:ext>
            </a:extLst>
          </p:cNvPr>
          <p:cNvSpPr>
            <a:spLocks noGrp="1"/>
          </p:cNvSpPr>
          <p:nvPr>
            <p:ph type="body" sz="quarter" idx="12"/>
          </p:nvPr>
        </p:nvSpPr>
        <p:spPr/>
        <p:txBody>
          <a:bodyPr/>
          <a:lstStyle/>
          <a:p>
            <a:pPr marL="342900" indent="-342900">
              <a:buFont typeface="+mj-lt"/>
              <a:buAutoNum type="arabicPeriod"/>
            </a:pPr>
            <a:r>
              <a:rPr lang="en-US" dirty="0">
                <a:sym typeface="Wingdings" panose="05000000000000000000" pitchFamily="2" charset="2"/>
              </a:rPr>
              <a:t>Too large overlap of filaments  reduced tension</a:t>
            </a:r>
            <a:endParaRPr lang="en-US" dirty="0"/>
          </a:p>
          <a:p>
            <a:pPr lvl="1"/>
            <a:r>
              <a:rPr lang="en-US" dirty="0"/>
              <a:t>Thin filaments interfere with normal orientation of thick and thin filaments</a:t>
            </a:r>
          </a:p>
          <a:p>
            <a:pPr marL="342900" indent="-342900">
              <a:buFont typeface="+mj-lt"/>
              <a:buAutoNum type="arabicPeriod"/>
            </a:pPr>
            <a:r>
              <a:rPr lang="en-US" dirty="0"/>
              <a:t>Overlap does not extend more than halfway from the sarcomere center </a:t>
            </a:r>
            <a:r>
              <a:rPr lang="en-US" dirty="0">
                <a:sym typeface="Wingdings" panose="05000000000000000000" pitchFamily="2" charset="2"/>
              </a:rPr>
              <a:t> strongest tension</a:t>
            </a:r>
          </a:p>
          <a:p>
            <a:pPr marL="342900" indent="-342900">
              <a:buFont typeface="+mj-lt"/>
              <a:buAutoNum type="arabicPeriod"/>
            </a:pPr>
            <a:r>
              <a:rPr lang="en-US" dirty="0">
                <a:sym typeface="Wingdings" panose="05000000000000000000" pitchFamily="2" charset="2"/>
              </a:rPr>
              <a:t>Loo little overlap  reduced tension</a:t>
            </a:r>
          </a:p>
          <a:p>
            <a:pPr lvl="1"/>
            <a:r>
              <a:rPr lang="da-DK" dirty="0"/>
              <a:t>Cross-bridge interactions are reduced</a:t>
            </a:r>
          </a:p>
        </p:txBody>
      </p:sp>
      <p:pic>
        <p:nvPicPr>
          <p:cNvPr id="6" name="Picture 5">
            <a:extLst>
              <a:ext uri="{FF2B5EF4-FFF2-40B4-BE49-F238E27FC236}">
                <a16:creationId xmlns:a16="http://schemas.microsoft.com/office/drawing/2014/main" id="{838F4436-7B1F-4025-AF26-E41E2D00BBDE}"/>
              </a:ext>
            </a:extLst>
          </p:cNvPr>
          <p:cNvPicPr>
            <a:picLocks noChangeAspect="1"/>
          </p:cNvPicPr>
          <p:nvPr/>
        </p:nvPicPr>
        <p:blipFill>
          <a:blip r:embed="rId2"/>
          <a:stretch>
            <a:fillRect/>
          </a:stretch>
        </p:blipFill>
        <p:spPr>
          <a:xfrm>
            <a:off x="6096000" y="1775791"/>
            <a:ext cx="5068127" cy="4009224"/>
          </a:xfrm>
          <a:prstGeom prst="rect">
            <a:avLst/>
          </a:prstGeom>
        </p:spPr>
      </p:pic>
      <p:sp>
        <p:nvSpPr>
          <p:cNvPr id="5" name="TextBox 4">
            <a:extLst>
              <a:ext uri="{FF2B5EF4-FFF2-40B4-BE49-F238E27FC236}">
                <a16:creationId xmlns:a16="http://schemas.microsoft.com/office/drawing/2014/main" id="{4E7DC7E6-44E1-4FB6-A651-B93720B24B6B}"/>
              </a:ext>
            </a:extLst>
          </p:cNvPr>
          <p:cNvSpPr txBox="1"/>
          <p:nvPr/>
        </p:nvSpPr>
        <p:spPr>
          <a:xfrm>
            <a:off x="6303252" y="2107407"/>
            <a:ext cx="410517" cy="195262"/>
          </a:xfrm>
          <a:prstGeom prst="rect">
            <a:avLst/>
          </a:prstGeom>
          <a:effectLst/>
        </p:spPr>
        <p:txBody>
          <a:bodyPr vert="horz" wrap="square" lIns="0" tIns="0" rIns="0" bIns="0" rtlCol="0" anchor="t" anchorCtr="0">
            <a:noAutofit/>
          </a:bodyPr>
          <a:lstStyle/>
          <a:p>
            <a:r>
              <a:rPr lang="en-US" dirty="0"/>
              <a:t>1</a:t>
            </a:r>
            <a:endParaRPr lang="en-DK" dirty="0"/>
          </a:p>
        </p:txBody>
      </p:sp>
      <p:sp>
        <p:nvSpPr>
          <p:cNvPr id="7" name="TextBox 6">
            <a:extLst>
              <a:ext uri="{FF2B5EF4-FFF2-40B4-BE49-F238E27FC236}">
                <a16:creationId xmlns:a16="http://schemas.microsoft.com/office/drawing/2014/main" id="{E98BA60F-3F16-C16D-141A-7695BAFA8BCF}"/>
              </a:ext>
            </a:extLst>
          </p:cNvPr>
          <p:cNvSpPr txBox="1"/>
          <p:nvPr/>
        </p:nvSpPr>
        <p:spPr>
          <a:xfrm>
            <a:off x="7804150" y="1747838"/>
            <a:ext cx="914400" cy="914400"/>
          </a:xfrm>
          <a:prstGeom prst="rect">
            <a:avLst/>
          </a:prstGeom>
          <a:effectLst/>
        </p:spPr>
        <p:txBody>
          <a:bodyPr vert="horz" wrap="none" lIns="0" tIns="0" rIns="0" bIns="0" rtlCol="0" anchor="t" anchorCtr="0">
            <a:noAutofit/>
          </a:bodyPr>
          <a:lstStyle/>
          <a:p>
            <a:r>
              <a:rPr lang="en-US" dirty="0"/>
              <a:t>2</a:t>
            </a:r>
            <a:endParaRPr lang="en-DK" dirty="0"/>
          </a:p>
        </p:txBody>
      </p:sp>
      <p:sp>
        <p:nvSpPr>
          <p:cNvPr id="8" name="TextBox 7">
            <a:extLst>
              <a:ext uri="{FF2B5EF4-FFF2-40B4-BE49-F238E27FC236}">
                <a16:creationId xmlns:a16="http://schemas.microsoft.com/office/drawing/2014/main" id="{F980C628-9E3F-4E51-586C-A363639452AA}"/>
              </a:ext>
            </a:extLst>
          </p:cNvPr>
          <p:cNvSpPr txBox="1"/>
          <p:nvPr/>
        </p:nvSpPr>
        <p:spPr>
          <a:xfrm>
            <a:off x="9500285" y="2232991"/>
            <a:ext cx="914400" cy="914400"/>
          </a:xfrm>
          <a:prstGeom prst="rect">
            <a:avLst/>
          </a:prstGeom>
          <a:effectLst/>
        </p:spPr>
        <p:txBody>
          <a:bodyPr vert="horz" wrap="none" lIns="0" tIns="0" rIns="0" bIns="0" rtlCol="0" anchor="t" anchorCtr="0">
            <a:noAutofit/>
          </a:bodyPr>
          <a:lstStyle/>
          <a:p>
            <a:r>
              <a:rPr lang="en-US" dirty="0"/>
              <a:t>3</a:t>
            </a:r>
            <a:endParaRPr lang="en-DK" dirty="0"/>
          </a:p>
        </p:txBody>
      </p:sp>
    </p:spTree>
    <p:extLst>
      <p:ext uri="{BB962C8B-B14F-4D97-AF65-F5344CB8AC3E}">
        <p14:creationId xmlns:p14="http://schemas.microsoft.com/office/powerpoint/2010/main" val="139166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DB5F6F34-43FE-440B-9668-D0B645EA20B5}"/>
                  </a:ext>
                </a:extLst>
              </p:cNvPr>
              <p:cNvSpPr>
                <a:spLocks noGrp="1"/>
              </p:cNvSpPr>
              <p:nvPr>
                <p:ph type="title"/>
              </p:nvPr>
            </p:nvSpPr>
            <p:spPr>
              <a:xfrm>
                <a:off x="766763" y="657225"/>
                <a:ext cx="12462434" cy="1402687"/>
              </a:xfrm>
            </p:spPr>
            <p:txBody>
              <a:bodyPr/>
              <a:lstStyle/>
              <a:p>
                <a14:m>
                  <m:oMath xmlns:m="http://schemas.openxmlformats.org/officeDocument/2006/math">
                    <m:r>
                      <a:rPr lang="en-US" b="1" i="1" smtClean="0">
                        <a:latin typeface="Cambria Math" panose="02040503050406030204" pitchFamily="18" charset="0"/>
                      </a:rPr>
                      <m:t>𝑪</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𝒂</m:t>
                        </m:r>
                      </m:e>
                      <m:sup>
                        <m:r>
                          <a:rPr lang="en-US" b="1" i="1" smtClean="0">
                            <a:latin typeface="Cambria Math" panose="02040503050406030204" pitchFamily="18" charset="0"/>
                          </a:rPr>
                          <m:t>𝟐</m:t>
                        </m:r>
                        <m:r>
                          <a:rPr lang="en-US" b="1" i="1" smtClean="0">
                            <a:latin typeface="Cambria Math" panose="02040503050406030204" pitchFamily="18" charset="0"/>
                          </a:rPr>
                          <m:t>+</m:t>
                        </m:r>
                      </m:sup>
                    </m:sSup>
                  </m:oMath>
                </a14:m>
                <a:r>
                  <a:rPr lang="da-DK" dirty="0"/>
                  <a:t> transport in the cardiomyocytes</a:t>
                </a:r>
              </a:p>
            </p:txBody>
          </p:sp>
        </mc:Choice>
        <mc:Fallback xmlns="">
          <p:sp>
            <p:nvSpPr>
              <p:cNvPr id="3" name="Title 2">
                <a:extLst>
                  <a:ext uri="{FF2B5EF4-FFF2-40B4-BE49-F238E27FC236}">
                    <a16:creationId xmlns:a16="http://schemas.microsoft.com/office/drawing/2014/main" id="{DB5F6F34-43FE-440B-9668-D0B645EA20B5}"/>
                  </a:ext>
                </a:extLst>
              </p:cNvPr>
              <p:cNvSpPr>
                <a:spLocks noGrp="1" noRot="1" noChangeAspect="1" noMove="1" noResize="1" noEditPoints="1" noAdjustHandles="1" noChangeArrowheads="1" noChangeShapeType="1" noTextEdit="1"/>
              </p:cNvSpPr>
              <p:nvPr>
                <p:ph type="title"/>
              </p:nvPr>
            </p:nvSpPr>
            <p:spPr>
              <a:xfrm>
                <a:off x="766763" y="657225"/>
                <a:ext cx="12462434" cy="1402687"/>
              </a:xfrm>
              <a:blipFill>
                <a:blip r:embed="rId3"/>
                <a:stretch>
                  <a:fillRect t="-9130"/>
                </a:stretch>
              </a:blipFill>
            </p:spPr>
            <p:txBody>
              <a:bodyPr/>
              <a:lstStyle/>
              <a:p>
                <a:r>
                  <a:rPr lang="da-DK">
                    <a:noFill/>
                  </a:rPr>
                  <a:t> </a:t>
                </a:r>
              </a:p>
            </p:txBody>
          </p:sp>
        </mc:Fallback>
      </mc:AlternateContent>
      <p:sp>
        <p:nvSpPr>
          <p:cNvPr id="4" name="Text Placeholder 3">
            <a:extLst>
              <a:ext uri="{FF2B5EF4-FFF2-40B4-BE49-F238E27FC236}">
                <a16:creationId xmlns:a16="http://schemas.microsoft.com/office/drawing/2014/main" id="{1C792699-9249-4011-B7ED-CA95D39CAF08}"/>
              </a:ext>
            </a:extLst>
          </p:cNvPr>
          <p:cNvSpPr>
            <a:spLocks noGrp="1"/>
          </p:cNvSpPr>
          <p:nvPr>
            <p:ph type="body" sz="quarter" idx="12"/>
          </p:nvPr>
        </p:nvSpPr>
        <p:spPr/>
        <p:txBody>
          <a:bodyPr/>
          <a:lstStyle/>
          <a:p>
            <a:r>
              <a:rPr lang="en-US" dirty="0" err="1"/>
              <a:t>RyR</a:t>
            </a:r>
            <a:r>
              <a:rPr lang="en-US" dirty="0"/>
              <a:t>: Ryanodine Receptor</a:t>
            </a:r>
          </a:p>
          <a:p>
            <a:r>
              <a:rPr lang="en-US" dirty="0"/>
              <a:t>DHPR:</a:t>
            </a:r>
            <a:r>
              <a:rPr lang="da-DK" dirty="0"/>
              <a:t> The </a:t>
            </a:r>
            <a:r>
              <a:rPr lang="da-DK" dirty="0" err="1"/>
              <a:t>Dihydropyridine</a:t>
            </a:r>
            <a:r>
              <a:rPr lang="da-DK"/>
              <a:t> Receptor (DHPR)</a:t>
            </a:r>
            <a:endParaRPr lang="en-US" dirty="0"/>
          </a:p>
          <a:p>
            <a:r>
              <a:rPr lang="en-US" dirty="0"/>
              <a:t>CICR: </a:t>
            </a:r>
            <a:r>
              <a:rPr lang="en-US" dirty="0" err="1"/>
              <a:t>Calium</a:t>
            </a:r>
            <a:r>
              <a:rPr lang="en-US" dirty="0"/>
              <a:t> induced </a:t>
            </a:r>
            <a:r>
              <a:rPr lang="en-US" dirty="0" err="1"/>
              <a:t>calium</a:t>
            </a:r>
            <a:r>
              <a:rPr lang="en-US" dirty="0"/>
              <a:t> release</a:t>
            </a:r>
          </a:p>
          <a:p>
            <a:r>
              <a:rPr lang="en-US" dirty="0" err="1"/>
              <a:t>TnC</a:t>
            </a:r>
            <a:r>
              <a:rPr lang="en-US" dirty="0"/>
              <a:t>: </a:t>
            </a:r>
            <a:r>
              <a:rPr lang="da-DK" dirty="0" err="1"/>
              <a:t>Tromponin</a:t>
            </a:r>
            <a:r>
              <a:rPr lang="da-DK" dirty="0"/>
              <a:t> </a:t>
            </a:r>
            <a:r>
              <a:rPr lang="da-DK" dirty="0" err="1"/>
              <a:t>complex</a:t>
            </a:r>
            <a:endParaRPr lang="da-DK" dirty="0"/>
          </a:p>
          <a:p>
            <a:r>
              <a:rPr lang="da-DK" dirty="0"/>
              <a:t>SR: </a:t>
            </a:r>
            <a:r>
              <a:rPr lang="en-US" dirty="0"/>
              <a:t>Sarcoplasmic Reticulum</a:t>
            </a:r>
            <a:endParaRPr lang="da-DK" dirty="0"/>
          </a:p>
        </p:txBody>
      </p:sp>
      <p:pic>
        <p:nvPicPr>
          <p:cNvPr id="5" name="Picture 6">
            <a:extLst>
              <a:ext uri="{FF2B5EF4-FFF2-40B4-BE49-F238E27FC236}">
                <a16:creationId xmlns:a16="http://schemas.microsoft.com/office/drawing/2014/main" id="{2C5D1DAD-C77E-44DC-8C63-C32B3C3CB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7095" y="1494246"/>
            <a:ext cx="4260805" cy="3869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49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3B131B-5857-4F93-94C2-FE8E0724FA41}"/>
              </a:ext>
            </a:extLst>
          </p:cNvPr>
          <p:cNvSpPr>
            <a:spLocks noGrp="1"/>
          </p:cNvSpPr>
          <p:nvPr>
            <p:ph type="title"/>
          </p:nvPr>
        </p:nvSpPr>
        <p:spPr/>
        <p:txBody>
          <a:bodyPr/>
          <a:lstStyle/>
          <a:p>
            <a:r>
              <a:rPr lang="en-US" dirty="0"/>
              <a:t>What regulates cardiac contractility?</a:t>
            </a: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359D83D-6934-4825-B694-5DFC6247FC23}"/>
                  </a:ext>
                </a:extLst>
              </p:cNvPr>
              <p:cNvSpPr>
                <a:spLocks noGrp="1"/>
              </p:cNvSpPr>
              <p:nvPr>
                <p:ph type="body" sz="quarter" idx="12"/>
              </p:nvPr>
            </p:nvSpPr>
            <p:spPr/>
            <p:txBody>
              <a:bodyPr/>
              <a:lstStyle/>
              <a:p>
                <a:r>
                  <a:rPr lang="en-US" dirty="0"/>
                  <a:t>Changes in the size of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da-DK" dirty="0"/>
                  <a:t> transient</a:t>
                </a:r>
              </a:p>
              <a:p>
                <a:r>
                  <a:rPr lang="da-DK" dirty="0"/>
                  <a:t>Change the sensitivity of the myofilaments to given </a:t>
                </a:r>
                <a:r>
                  <a:rPr lang="en-US" dirty="0"/>
                  <a:t>[</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r>
                  <a:rPr lang="en-US" dirty="0"/>
                  <a:t>] transient</a:t>
                </a:r>
                <a:endParaRPr lang="da-DK" dirty="0"/>
              </a:p>
            </p:txBody>
          </p:sp>
        </mc:Choice>
        <mc:Fallback xmlns="">
          <p:sp>
            <p:nvSpPr>
              <p:cNvPr id="4" name="Text Placeholder 3">
                <a:extLst>
                  <a:ext uri="{FF2B5EF4-FFF2-40B4-BE49-F238E27FC236}">
                    <a16:creationId xmlns:a16="http://schemas.microsoft.com/office/drawing/2014/main" id="{9359D83D-6934-4825-B694-5DFC6247FC23}"/>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56"/>
                </a:stretch>
              </a:blipFill>
            </p:spPr>
            <p:txBody>
              <a:bodyPr/>
              <a:lstStyle/>
              <a:p>
                <a:r>
                  <a:rPr lang="en-DK">
                    <a:noFill/>
                  </a:rPr>
                  <a:t> </a:t>
                </a:r>
              </a:p>
            </p:txBody>
          </p:sp>
        </mc:Fallback>
      </mc:AlternateContent>
    </p:spTree>
    <p:extLst>
      <p:ext uri="{BB962C8B-B14F-4D97-AF65-F5344CB8AC3E}">
        <p14:creationId xmlns:p14="http://schemas.microsoft.com/office/powerpoint/2010/main" val="1690594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34D35F-19B7-4C73-A261-3E264AE7B070}"/>
              </a:ext>
            </a:extLst>
          </p:cNvPr>
          <p:cNvSpPr>
            <a:spLocks noGrp="1"/>
          </p:cNvSpPr>
          <p:nvPr>
            <p:ph type="title"/>
          </p:nvPr>
        </p:nvSpPr>
        <p:spPr>
          <a:xfrm>
            <a:off x="766762" y="657225"/>
            <a:ext cx="8686423" cy="1402687"/>
          </a:xfrm>
        </p:spPr>
        <p:txBody>
          <a:bodyPr/>
          <a:lstStyle/>
          <a:p>
            <a:r>
              <a:rPr lang="en-US" dirty="0"/>
              <a:t>Cardiac Contraction Strength</a:t>
            </a:r>
            <a:endParaRPr lang="da-DK" dirty="0"/>
          </a:p>
        </p:txBody>
      </p:sp>
      <p:sp>
        <p:nvSpPr>
          <p:cNvPr id="4" name="Text Placeholder 3">
            <a:extLst>
              <a:ext uri="{FF2B5EF4-FFF2-40B4-BE49-F238E27FC236}">
                <a16:creationId xmlns:a16="http://schemas.microsoft.com/office/drawing/2014/main" id="{54AC09E9-FADD-4E3B-B7F1-EB85813DDB88}"/>
              </a:ext>
            </a:extLst>
          </p:cNvPr>
          <p:cNvSpPr>
            <a:spLocks noGrp="1"/>
          </p:cNvSpPr>
          <p:nvPr>
            <p:ph type="body" sz="quarter" idx="12"/>
          </p:nvPr>
        </p:nvSpPr>
        <p:spPr/>
        <p:txBody>
          <a:bodyPr/>
          <a:lstStyle/>
          <a:p>
            <a:pPr marL="0" indent="0">
              <a:buNone/>
            </a:pPr>
            <a:endParaRPr lang="da-DK" dirty="0"/>
          </a:p>
        </p:txBody>
      </p:sp>
      <p:pic>
        <p:nvPicPr>
          <p:cNvPr id="5" name="Picture Placeholder 4">
            <a:extLst>
              <a:ext uri="{FF2B5EF4-FFF2-40B4-BE49-F238E27FC236}">
                <a16:creationId xmlns:a16="http://schemas.microsoft.com/office/drawing/2014/main" id="{E06A1825-253D-4566-8861-D863ED343516}"/>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t="-34092" b="-34092"/>
          <a:stretch/>
        </p:blipFill>
        <p:spPr bwMode="auto">
          <a:xfrm>
            <a:off x="3607733" y="489220"/>
            <a:ext cx="4752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483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231382-6E13-4817-94E0-23551D6FAC66}"/>
              </a:ext>
            </a:extLst>
          </p:cNvPr>
          <p:cNvSpPr>
            <a:spLocks noGrp="1"/>
          </p:cNvSpPr>
          <p:nvPr>
            <p:ph type="title"/>
          </p:nvPr>
        </p:nvSpPr>
        <p:spPr/>
        <p:txBody>
          <a:bodyPr/>
          <a:lstStyle/>
          <a:p>
            <a:r>
              <a:rPr lang="da-DK" dirty="0"/>
              <a:t>Cardiac Contractility</a:t>
            </a:r>
            <a:br>
              <a:rPr lang="da-DK" dirty="0"/>
            </a:b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79F82B8-F17D-424F-9D82-186A421EEFE2}"/>
                  </a:ext>
                </a:extLst>
              </p:cNvPr>
              <p:cNvSpPr>
                <a:spLocks noGrp="1"/>
              </p:cNvSpPr>
              <p:nvPr>
                <p:ph type="body" sz="quarter" idx="12"/>
              </p:nvPr>
            </p:nvSpPr>
            <p:spPr/>
            <p:txBody>
              <a:bodyPr/>
              <a:lstStyle/>
              <a:p>
                <a:r>
                  <a:rPr lang="en-US" dirty="0"/>
                  <a:t>Treppe (</a:t>
                </a:r>
                <a:r>
                  <a:rPr lang="en-US" dirty="0" err="1"/>
                  <a:t>Bowdich</a:t>
                </a:r>
                <a:r>
                  <a:rPr lang="en-US" dirty="0"/>
                  <a:t> effect)</a:t>
                </a:r>
              </a:p>
              <a:p>
                <a:pPr lvl="1"/>
                <a:r>
                  <a:rPr lang="en-US" dirty="0"/>
                  <a:t>Caused by size of the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da-DK" dirty="0"/>
                  <a:t> transients</a:t>
                </a:r>
              </a:p>
              <a:p>
                <a:pPr lvl="1"/>
                <a:r>
                  <a:rPr lang="da-DK" dirty="0"/>
                  <a:t>Increased infux of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r>
                  <a:rPr lang="da-DK" dirty="0"/>
                  <a:t> across sarcolemma due to increased action potentials</a:t>
                </a:r>
              </a:p>
              <a:p>
                <a:pPr lvl="1"/>
                <a:r>
                  <a:rPr lang="da-DK" dirty="0"/>
                  <a:t>First cardiac cycle the strength is lower due to SR RyR2 channels not having recovered its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r>
                  <a:rPr lang="da-DK" dirty="0"/>
                  <a:t> balance</a:t>
                </a:r>
              </a:p>
              <a:p>
                <a:pPr lvl="2"/>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oMath>
                </a14:m>
                <a:r>
                  <a:rPr lang="da-DK" dirty="0"/>
                  <a:t> is inceased by next cardiac cycle</a:t>
                </a:r>
              </a:p>
              <a:p>
                <a:r>
                  <a:rPr lang="da-DK" dirty="0"/>
                  <a:t>This of course has limits</a:t>
                </a:r>
              </a:p>
              <a:p>
                <a:pPr lvl="1"/>
                <a:r>
                  <a:rPr lang="da-DK" dirty="0"/>
                  <a:t>When ventricular filling is inadaquate</a:t>
                </a:r>
              </a:p>
              <a:p>
                <a:pPr lvl="1"/>
                <a:r>
                  <a:rPr lang="da-DK" dirty="0"/>
                  <a:t>Time between action potentials are too short</a:t>
                </a:r>
              </a:p>
            </p:txBody>
          </p:sp>
        </mc:Choice>
        <mc:Fallback xmlns="">
          <p:sp>
            <p:nvSpPr>
              <p:cNvPr id="4" name="Text Placeholder 3">
                <a:extLst>
                  <a:ext uri="{FF2B5EF4-FFF2-40B4-BE49-F238E27FC236}">
                    <a16:creationId xmlns:a16="http://schemas.microsoft.com/office/drawing/2014/main" id="{279F82B8-F17D-424F-9D82-186A421EEFE2}"/>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488" r="-2469"/>
                </a:stretch>
              </a:blipFill>
            </p:spPr>
            <p:txBody>
              <a:bodyPr/>
              <a:lstStyle/>
              <a:p>
                <a:r>
                  <a:rPr lang="da-DK">
                    <a:noFill/>
                  </a:rPr>
                  <a:t> </a:t>
                </a:r>
              </a:p>
            </p:txBody>
          </p:sp>
        </mc:Fallback>
      </mc:AlternateContent>
      <p:pic>
        <p:nvPicPr>
          <p:cNvPr id="5" name="Picture 4">
            <a:extLst>
              <a:ext uri="{FF2B5EF4-FFF2-40B4-BE49-F238E27FC236}">
                <a16:creationId xmlns:a16="http://schemas.microsoft.com/office/drawing/2014/main" id="{96B5BE80-87BF-4E72-B860-A0CCDC3663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5785" y="2564516"/>
            <a:ext cx="5432998" cy="2444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127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212EFB-A2CB-4D10-9398-9E449AF5022F}"/>
              </a:ext>
            </a:extLst>
          </p:cNvPr>
          <p:cNvSpPr>
            <a:spLocks noGrp="1"/>
          </p:cNvSpPr>
          <p:nvPr>
            <p:ph type="title"/>
          </p:nvPr>
        </p:nvSpPr>
        <p:spPr/>
        <p:txBody>
          <a:bodyPr/>
          <a:lstStyle/>
          <a:p>
            <a:r>
              <a:rPr lang="en-US" dirty="0"/>
              <a:t>Heart Rate Regulation</a:t>
            </a:r>
            <a:br>
              <a:rPr lang="en-US" dirty="0"/>
            </a:b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E9FE2EC-901E-48D8-9A1F-F7F3B704BBE7}"/>
                  </a:ext>
                </a:extLst>
              </p:cNvPr>
              <p:cNvSpPr>
                <a:spLocks noGrp="1"/>
              </p:cNvSpPr>
              <p:nvPr>
                <p:ph type="body" sz="quarter" idx="12"/>
              </p:nvPr>
            </p:nvSpPr>
            <p:spPr/>
            <p:txBody>
              <a:bodyPr/>
              <a:lstStyle/>
              <a:p>
                <a:pPr marL="0" indent="0">
                  <a:buNone/>
                </a:pPr>
                <a:r>
                  <a:rPr lang="en-US" b="1" dirty="0"/>
                  <a:t>Sympathetic Stimulation</a:t>
                </a:r>
              </a:p>
              <a:p>
                <a:r>
                  <a:rPr lang="en-US" dirty="0"/>
                  <a:t>Increases heartrate</a:t>
                </a:r>
              </a:p>
              <a:p>
                <a:r>
                  <a:rPr lang="en-US" dirty="0"/>
                  <a:t>SA Node</a:t>
                </a:r>
              </a:p>
              <a:p>
                <a:pPr lvl="1"/>
                <a:r>
                  <a:rPr lang="en-US" dirty="0"/>
                  <a:t>Noradrenaline from sympathetic nerves bind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oMath>
                </a14:m>
                <a:r>
                  <a:rPr lang="en-US" dirty="0"/>
                  <a:t> receptors in both SA node and ventricles</a:t>
                </a:r>
              </a:p>
              <a:p>
                <a:pPr lvl="1"/>
                <a:r>
                  <a:rPr lang="en-US" dirty="0"/>
                  <a:t>Positive chronotropy (Increased heart rate)</a:t>
                </a:r>
              </a:p>
              <a:p>
                <a:pPr lvl="2"/>
                <a:r>
                  <a:rPr lang="en-US" dirty="0"/>
                  <a:t>Increases force through force-frequency relation (CICR)</a:t>
                </a:r>
              </a:p>
              <a:p>
                <a:pPr lvl="1"/>
                <a:r>
                  <a:rPr lang="en-US" dirty="0"/>
                  <a:t>Protein Kinase A (PKA)</a:t>
                </a:r>
              </a:p>
              <a:p>
                <a:pPr lvl="2"/>
                <a:r>
                  <a:rPr lang="en-US" dirty="0"/>
                  <a:t>Phosphorylates with multiple proteins in the cell</a:t>
                </a:r>
              </a:p>
              <a:p>
                <a:pPr marL="0" indent="0">
                  <a:buNone/>
                </a:pPr>
                <a:r>
                  <a:rPr lang="en-US" b="1" dirty="0"/>
                  <a:t>Parasympathetic stimulation</a:t>
                </a:r>
              </a:p>
              <a:p>
                <a:r>
                  <a:rPr lang="en-US" dirty="0"/>
                  <a:t>Reverse the effects</a:t>
                </a:r>
              </a:p>
            </p:txBody>
          </p:sp>
        </mc:Choice>
        <mc:Fallback xmlns="">
          <p:sp>
            <p:nvSpPr>
              <p:cNvPr id="4" name="Text Placeholder 3">
                <a:extLst>
                  <a:ext uri="{FF2B5EF4-FFF2-40B4-BE49-F238E27FC236}">
                    <a16:creationId xmlns:a16="http://schemas.microsoft.com/office/drawing/2014/main" id="{0E9FE2EC-901E-48D8-9A1F-F7F3B704BBE7}"/>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7" t="-488" r="-673"/>
                </a:stretch>
              </a:blipFill>
            </p:spPr>
            <p:txBody>
              <a:bodyPr/>
              <a:lstStyle/>
              <a:p>
                <a:r>
                  <a:rPr lang="en-DK">
                    <a:noFill/>
                  </a:rPr>
                  <a:t> </a:t>
                </a:r>
              </a:p>
            </p:txBody>
          </p:sp>
        </mc:Fallback>
      </mc:AlternateContent>
      <p:pic>
        <p:nvPicPr>
          <p:cNvPr id="5" name="Picture 5">
            <a:extLst>
              <a:ext uri="{FF2B5EF4-FFF2-40B4-BE49-F238E27FC236}">
                <a16:creationId xmlns:a16="http://schemas.microsoft.com/office/drawing/2014/main" id="{D6FCBC7C-AD81-46D7-AF1C-795732EA6C9D}"/>
              </a:ext>
            </a:extLst>
          </p:cNvPr>
          <p:cNvPicPr>
            <a:picLocks noGrp="1" noChangeAspect="1" noChangeArrowheads="1"/>
          </p:cNvPicPr>
          <p:nvPr>
            <p:ph type="pic" sz="quarter" idx="11"/>
          </p:nvPr>
        </p:nvPicPr>
        <p:blipFill rotWithShape="1">
          <a:blip r:embed="rId4">
            <a:extLst>
              <a:ext uri="{28A0092B-C50C-407E-A947-70E740481C1C}">
                <a14:useLocalDpi xmlns:a14="http://schemas.microsoft.com/office/drawing/2010/main" val="0"/>
              </a:ext>
            </a:extLst>
          </a:blip>
          <a:srcRect t="-46952" b="-46952"/>
          <a:stretch/>
        </p:blipFill>
        <p:spPr bwMode="auto">
          <a:xfrm>
            <a:off x="7439025" y="0"/>
            <a:ext cx="4752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798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85337D7-31EA-47AA-BDB3-5B9CDE712FCA}"/>
              </a:ext>
            </a:extLst>
          </p:cNvPr>
          <p:cNvSpPr>
            <a:spLocks noGrp="1"/>
          </p:cNvSpPr>
          <p:nvPr>
            <p:ph type="pic" sz="quarter" idx="11"/>
          </p:nvPr>
        </p:nvSpPr>
        <p:spPr/>
        <p:txBody>
          <a:bodyPr/>
          <a:lstStyle/>
          <a:p>
            <a:endParaRPr lang="LID4096"/>
          </a:p>
        </p:txBody>
      </p:sp>
      <p:sp>
        <p:nvSpPr>
          <p:cNvPr id="3" name="Title 2">
            <a:extLst>
              <a:ext uri="{FF2B5EF4-FFF2-40B4-BE49-F238E27FC236}">
                <a16:creationId xmlns:a16="http://schemas.microsoft.com/office/drawing/2014/main" id="{6FEC1318-3CD1-42A6-BE7A-21097FB21D65}"/>
              </a:ext>
            </a:extLst>
          </p:cNvPr>
          <p:cNvSpPr>
            <a:spLocks noGrp="1"/>
          </p:cNvSpPr>
          <p:nvPr>
            <p:ph type="title"/>
          </p:nvPr>
        </p:nvSpPr>
        <p:spPr/>
        <p:txBody>
          <a:bodyPr/>
          <a:lstStyle/>
          <a:p>
            <a:r>
              <a:rPr lang="en-US" dirty="0"/>
              <a:t>ATP production</a:t>
            </a: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5298A96-DBCB-4357-9611-66DE49E923F0}"/>
                  </a:ext>
                </a:extLst>
              </p:cNvPr>
              <p:cNvSpPr>
                <a:spLocks noGrp="1"/>
              </p:cNvSpPr>
              <p:nvPr>
                <p:ph type="body" sz="quarter" idx="12"/>
              </p:nvPr>
            </p:nvSpPr>
            <p:spPr/>
            <p:txBody>
              <a:bodyPr/>
              <a:lstStyle/>
              <a:p>
                <a:r>
                  <a:rPr lang="da-DK" dirty="0"/>
                  <a:t>Mitocondria (30%-35%) of </a:t>
                </a:r>
                <a:r>
                  <a:rPr lang="da-DK" dirty="0" err="1"/>
                  <a:t>cell</a:t>
                </a:r>
                <a:r>
                  <a:rPr lang="da-DK" dirty="0"/>
                  <a:t> </a:t>
                </a:r>
                <a:r>
                  <a:rPr lang="da-DK" dirty="0" err="1"/>
                  <a:t>volume</a:t>
                </a:r>
                <a:endParaRPr lang="da-DK" dirty="0"/>
              </a:p>
              <a:p>
                <a:r>
                  <a:rPr lang="da-DK" dirty="0"/>
                  <a:t>ATP formation recycle phosphor ions</a:t>
                </a:r>
              </a:p>
              <a:p>
                <a:pPr lvl="1"/>
                <a14:m>
                  <m:oMath xmlns:m="http://schemas.openxmlformats.org/officeDocument/2006/math">
                    <m:r>
                      <a:rPr lang="en-US" b="0" i="1" smtClean="0">
                        <a:latin typeface="Cambria Math" panose="02040503050406030204" pitchFamily="18" charset="0"/>
                      </a:rPr>
                      <m:t>𝐴𝑇𝑃</m:t>
                    </m:r>
                    <m:groupChr>
                      <m:groupChrPr>
                        <m:chr m:val="↔"/>
                        <m:vertJc m:val="bot"/>
                        <m:ctrlPr>
                          <a:rPr lang="en-US" b="0" i="1" smtClean="0">
                            <a:latin typeface="Cambria Math" panose="02040503050406030204" pitchFamily="18" charset="0"/>
                          </a:rPr>
                        </m:ctrlPr>
                      </m:groupChrPr>
                      <m:e/>
                    </m:groupChr>
                    <m:r>
                      <a:rPr lang="en-US" b="0" i="1" smtClean="0">
                        <a:latin typeface="Cambria Math" panose="02040503050406030204" pitchFamily="18" charset="0"/>
                      </a:rPr>
                      <m:t>𝐴𝐷𝑃</m:t>
                    </m:r>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da-DK" dirty="0"/>
                  <a:t>Aerobic re-assembly</a:t>
                </a:r>
              </a:p>
              <a:p>
                <a:pPr lvl="1"/>
                <a:r>
                  <a:rPr lang="da-DK" dirty="0"/>
                  <a:t>Mitrochondria</a:t>
                </a:r>
              </a:p>
              <a:p>
                <a:pPr lvl="2"/>
                <a:r>
                  <a:rPr lang="da-DK" dirty="0"/>
                  <a:t>34 ATP</a:t>
                </a:r>
              </a:p>
              <a:p>
                <a:pPr lvl="2"/>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2</m:t>
                        </m:r>
                      </m:sub>
                    </m:sSub>
                  </m:oMath>
                </a14:m>
                <a:r>
                  <a:rPr lang="da-DK" dirty="0"/>
                  <a:t> production</a:t>
                </a:r>
              </a:p>
              <a:p>
                <a:r>
                  <a:rPr lang="da-DK" dirty="0"/>
                  <a:t>Anaerobic re-assembly</a:t>
                </a:r>
              </a:p>
              <a:p>
                <a:pPr lvl="1"/>
                <a:r>
                  <a:rPr lang="da-DK" dirty="0"/>
                  <a:t>2 ATP</a:t>
                </a:r>
              </a:p>
              <a:p>
                <a:pPr lvl="1"/>
                <a14:m>
                  <m:oMath xmlns:m="http://schemas.openxmlformats.org/officeDocument/2006/math">
                    <m:r>
                      <a:rPr lang="en-US" b="0" i="1" smtClean="0">
                        <a:latin typeface="Cambria Math" panose="02040503050406030204" pitchFamily="18" charset="0"/>
                      </a:rPr>
                      <m:t>𝐿𝑎𝑐𝑡𝑖𝑐</m:t>
                    </m:r>
                    <m:r>
                      <a:rPr lang="en-US" b="0" i="1" smtClean="0">
                        <a:latin typeface="Cambria Math" panose="02040503050406030204" pitchFamily="18" charset="0"/>
                      </a:rPr>
                      <m:t> </m:t>
                    </m:r>
                    <m:r>
                      <a:rPr lang="en-US" b="0" i="1" smtClean="0">
                        <a:latin typeface="Cambria Math" panose="02040503050406030204" pitchFamily="18" charset="0"/>
                      </a:rPr>
                      <m:t>𝑎𝑐𝑖𝑑</m:t>
                    </m:r>
                  </m:oMath>
                </a14:m>
                <a:endParaRPr lang="da-DK" dirty="0"/>
              </a:p>
            </p:txBody>
          </p:sp>
        </mc:Choice>
        <mc:Fallback xmlns="">
          <p:sp>
            <p:nvSpPr>
              <p:cNvPr id="4" name="Text Placeholder 3">
                <a:extLst>
                  <a:ext uri="{FF2B5EF4-FFF2-40B4-BE49-F238E27FC236}">
                    <a16:creationId xmlns:a16="http://schemas.microsoft.com/office/drawing/2014/main" id="{D5298A96-DBCB-4357-9611-66DE49E923F0}"/>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488"/>
                </a:stretch>
              </a:blipFill>
            </p:spPr>
            <p:txBody>
              <a:bodyPr/>
              <a:lstStyle/>
              <a:p>
                <a:r>
                  <a:rPr lang="en-DK">
                    <a:noFill/>
                  </a:rPr>
                  <a:t> </a:t>
                </a:r>
              </a:p>
            </p:txBody>
          </p:sp>
        </mc:Fallback>
      </mc:AlternateContent>
      <p:pic>
        <p:nvPicPr>
          <p:cNvPr id="10" name="Picture 9">
            <a:extLst>
              <a:ext uri="{FF2B5EF4-FFF2-40B4-BE49-F238E27FC236}">
                <a16:creationId xmlns:a16="http://schemas.microsoft.com/office/drawing/2014/main" id="{ECD59344-9B94-4562-B723-57F22BF9CC59}"/>
              </a:ext>
            </a:extLst>
          </p:cNvPr>
          <p:cNvPicPr>
            <a:picLocks noChangeAspect="1"/>
          </p:cNvPicPr>
          <p:nvPr/>
        </p:nvPicPr>
        <p:blipFill>
          <a:blip r:embed="rId4"/>
          <a:stretch>
            <a:fillRect/>
          </a:stretch>
        </p:blipFill>
        <p:spPr>
          <a:xfrm>
            <a:off x="7161704" y="1001735"/>
            <a:ext cx="3657600" cy="5038725"/>
          </a:xfrm>
          <a:prstGeom prst="rect">
            <a:avLst/>
          </a:prstGeom>
        </p:spPr>
      </p:pic>
      <p:cxnSp>
        <p:nvCxnSpPr>
          <p:cNvPr id="6" name="Straight Arrow Connector 5">
            <a:extLst>
              <a:ext uri="{FF2B5EF4-FFF2-40B4-BE49-F238E27FC236}">
                <a16:creationId xmlns:a16="http://schemas.microsoft.com/office/drawing/2014/main" id="{E51B81A4-D720-791E-B812-17EE0AE60128}"/>
              </a:ext>
            </a:extLst>
          </p:cNvPr>
          <p:cNvCxnSpPr/>
          <p:nvPr/>
        </p:nvCxnSpPr>
        <p:spPr>
          <a:xfrm flipV="1">
            <a:off x="3196742" y="3321101"/>
            <a:ext cx="5003597" cy="19019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CD193B9-3344-B46B-C831-9C25DF9858C6}"/>
              </a:ext>
            </a:extLst>
          </p:cNvPr>
          <p:cNvCxnSpPr>
            <a:cxnSpLocks/>
          </p:cNvCxnSpPr>
          <p:nvPr/>
        </p:nvCxnSpPr>
        <p:spPr>
          <a:xfrm>
            <a:off x="3196741" y="4639127"/>
            <a:ext cx="4747566" cy="67902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54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ED2A-C03A-5AC2-64DB-2B4E8DF09722}"/>
              </a:ext>
            </a:extLst>
          </p:cNvPr>
          <p:cNvSpPr>
            <a:spLocks noGrp="1"/>
          </p:cNvSpPr>
          <p:nvPr>
            <p:ph type="title"/>
          </p:nvPr>
        </p:nvSpPr>
        <p:spPr/>
        <p:txBody>
          <a:bodyPr/>
          <a:lstStyle/>
          <a:p>
            <a:endParaRPr lang="en-DK"/>
          </a:p>
        </p:txBody>
      </p:sp>
      <p:sp>
        <p:nvSpPr>
          <p:cNvPr id="3" name="Text Placeholder 2">
            <a:extLst>
              <a:ext uri="{FF2B5EF4-FFF2-40B4-BE49-F238E27FC236}">
                <a16:creationId xmlns:a16="http://schemas.microsoft.com/office/drawing/2014/main" id="{CB6DA77A-8CF4-0C53-82DC-16A0911310DD}"/>
              </a:ext>
            </a:extLst>
          </p:cNvPr>
          <p:cNvSpPr>
            <a:spLocks noGrp="1"/>
          </p:cNvSpPr>
          <p:nvPr>
            <p:ph type="body" sz="quarter" idx="12"/>
          </p:nvPr>
        </p:nvSpPr>
        <p:spPr/>
        <p:txBody>
          <a:bodyPr/>
          <a:lstStyle/>
          <a:p>
            <a:endParaRPr lang="en-DK" dirty="0"/>
          </a:p>
        </p:txBody>
      </p:sp>
      <p:pic>
        <p:nvPicPr>
          <p:cNvPr id="5" name="Picture Placeholder 4" descr="Diagram&#10;&#10;Description automatically generated">
            <a:extLst>
              <a:ext uri="{FF2B5EF4-FFF2-40B4-BE49-F238E27FC236}">
                <a16:creationId xmlns:a16="http://schemas.microsoft.com/office/drawing/2014/main" id="{B89E7347-858B-4A71-A1A4-7C3376D99E88}"/>
              </a:ext>
            </a:extLst>
          </p:cNvPr>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l="-28948" r="-28948"/>
          <a:stretch/>
        </p:blipFill>
        <p:spPr>
          <a:xfrm>
            <a:off x="2080528" y="2111058"/>
            <a:ext cx="7088410" cy="3987284"/>
          </a:xfrm>
          <a:noFill/>
        </p:spPr>
      </p:pic>
    </p:spTree>
    <p:extLst>
      <p:ext uri="{BB962C8B-B14F-4D97-AF65-F5344CB8AC3E}">
        <p14:creationId xmlns:p14="http://schemas.microsoft.com/office/powerpoint/2010/main" val="3743427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C3C8F-5883-3727-0F1E-D93C6A6D5650}"/>
              </a:ext>
            </a:extLst>
          </p:cNvPr>
          <p:cNvSpPr>
            <a:spLocks noGrp="1"/>
          </p:cNvSpPr>
          <p:nvPr>
            <p:ph type="title"/>
          </p:nvPr>
        </p:nvSpPr>
        <p:spPr/>
        <p:txBody>
          <a:bodyPr/>
          <a:lstStyle/>
          <a:p>
            <a:r>
              <a:rPr lang="da-DK" dirty="0"/>
              <a:t>Agenda</a:t>
            </a:r>
            <a:endParaRPr lang="en-DK" dirty="0"/>
          </a:p>
        </p:txBody>
      </p:sp>
      <p:sp>
        <p:nvSpPr>
          <p:cNvPr id="6" name="Text Placeholder 5">
            <a:extLst>
              <a:ext uri="{FF2B5EF4-FFF2-40B4-BE49-F238E27FC236}">
                <a16:creationId xmlns:a16="http://schemas.microsoft.com/office/drawing/2014/main" id="{2798F199-B72D-E27F-95F2-B0E9F5BE882F}"/>
              </a:ext>
            </a:extLst>
          </p:cNvPr>
          <p:cNvSpPr>
            <a:spLocks noGrp="1"/>
          </p:cNvSpPr>
          <p:nvPr>
            <p:ph type="body" sz="quarter" idx="12"/>
          </p:nvPr>
        </p:nvSpPr>
        <p:spPr/>
        <p:txBody>
          <a:bodyPr/>
          <a:lstStyle/>
          <a:p>
            <a:r>
              <a:rPr lang="da-DK" dirty="0" err="1"/>
              <a:t>Contractability</a:t>
            </a:r>
            <a:endParaRPr lang="da-DK" dirty="0"/>
          </a:p>
          <a:p>
            <a:r>
              <a:rPr lang="da-DK" b="1" dirty="0"/>
              <a:t>The </a:t>
            </a:r>
            <a:r>
              <a:rPr lang="da-DK" b="1" dirty="0" err="1"/>
              <a:t>cardiac</a:t>
            </a:r>
            <a:r>
              <a:rPr lang="da-DK" b="1" dirty="0"/>
              <a:t> </a:t>
            </a:r>
            <a:r>
              <a:rPr lang="da-DK" b="1" dirty="0" err="1"/>
              <a:t>function</a:t>
            </a:r>
            <a:endParaRPr lang="da-DK" b="1" dirty="0"/>
          </a:p>
          <a:p>
            <a:r>
              <a:rPr lang="da-DK" dirty="0" err="1"/>
              <a:t>Preload</a:t>
            </a:r>
            <a:r>
              <a:rPr lang="da-DK" dirty="0"/>
              <a:t> and </a:t>
            </a:r>
            <a:r>
              <a:rPr lang="da-DK" dirty="0" err="1"/>
              <a:t>afterload</a:t>
            </a:r>
            <a:endParaRPr lang="da-DK" dirty="0"/>
          </a:p>
          <a:p>
            <a:r>
              <a:rPr lang="da-DK" dirty="0" err="1"/>
              <a:t>Hemodynamics</a:t>
            </a:r>
            <a:endParaRPr lang="en-DK" dirty="0"/>
          </a:p>
        </p:txBody>
      </p:sp>
    </p:spTree>
    <p:extLst>
      <p:ext uri="{BB962C8B-B14F-4D97-AF65-F5344CB8AC3E}">
        <p14:creationId xmlns:p14="http://schemas.microsoft.com/office/powerpoint/2010/main" val="284388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93E80F-F3BC-4ADB-82E8-5E5ADAB502BE}"/>
              </a:ext>
            </a:extLst>
          </p:cNvPr>
          <p:cNvSpPr>
            <a:spLocks noGrp="1"/>
          </p:cNvSpPr>
          <p:nvPr>
            <p:ph type="title"/>
          </p:nvPr>
        </p:nvSpPr>
        <p:spPr/>
        <p:txBody>
          <a:bodyPr/>
          <a:lstStyle/>
          <a:p>
            <a:r>
              <a:rPr lang="en-US" dirty="0"/>
              <a:t>Cardiac function curve</a:t>
            </a:r>
            <a:endParaRPr lang="da-DK"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ED13B9F7-CA01-4A9B-87BE-B52E7AF69513}"/>
                  </a:ext>
                </a:extLst>
              </p:cNvPr>
              <p:cNvSpPr>
                <a:spLocks noGrp="1"/>
              </p:cNvSpPr>
              <p:nvPr>
                <p:ph type="body" sz="quarter" idx="12"/>
              </p:nvPr>
            </p:nvSpPr>
            <p:spPr>
              <a:xfrm>
                <a:off x="766762" y="2205038"/>
                <a:ext cx="5812941" cy="3752115"/>
              </a:xfrm>
            </p:spPr>
            <p:txBody>
              <a:bodyPr>
                <a:normAutofit/>
              </a:bodyPr>
              <a:lstStyle/>
              <a:p>
                <a:r>
                  <a:rPr lang="en-US" b="0" dirty="0">
                    <a:latin typeface="Cambria Math" panose="02040503050406030204" pitchFamily="18" charset="0"/>
                  </a:rPr>
                  <a:t>Strok</a:t>
                </a:r>
                <a:r>
                  <a:rPr lang="en-US" dirty="0">
                    <a:latin typeface="Cambria Math" panose="02040503050406030204" pitchFamily="18" charset="0"/>
                  </a:rPr>
                  <a:t>e Volume = difference between End Systolic Volume and End Diastolic Volume</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𝑆𝑉</m:t>
                    </m:r>
                    <m:r>
                      <a:rPr lang="en-US" b="0" i="1" smtClean="0">
                        <a:latin typeface="Cambria Math" panose="02040503050406030204" pitchFamily="18" charset="0"/>
                      </a:rPr>
                      <m:t>=</m:t>
                    </m:r>
                    <m:r>
                      <a:rPr lang="en-US" b="0" i="1" smtClean="0">
                        <a:latin typeface="Cambria Math" panose="02040503050406030204" pitchFamily="18" charset="0"/>
                      </a:rPr>
                      <m:t>𝐸𝐷𝑉</m:t>
                    </m:r>
                    <m:r>
                      <a:rPr lang="en-US" b="0" i="1" smtClean="0">
                        <a:latin typeface="Cambria Math" panose="02040503050406030204" pitchFamily="18" charset="0"/>
                      </a:rPr>
                      <m:t>−</m:t>
                    </m:r>
                    <m:r>
                      <a:rPr lang="en-US" b="0" i="1" smtClean="0">
                        <a:latin typeface="Cambria Math" panose="02040503050406030204" pitchFamily="18" charset="0"/>
                      </a:rPr>
                      <m:t>𝐸𝑆𝑉</m:t>
                    </m:r>
                  </m:oMath>
                </a14:m>
                <a:endParaRPr lang="en-US" b="0" dirty="0"/>
              </a:p>
              <a:p>
                <a:r>
                  <a:rPr lang="en-US" dirty="0"/>
                  <a:t>Cardiac Output is Stroke Volume multiplied by Heart Rate</a:t>
                </a:r>
                <a:endParaRPr lang="en-US" b="0" dirty="0"/>
              </a:p>
              <a:p>
                <a:pPr lvl="1"/>
                <a14:m>
                  <m:oMath xmlns:m="http://schemas.openxmlformats.org/officeDocument/2006/math">
                    <m:r>
                      <a:rPr lang="en-US" b="0" i="1" smtClean="0">
                        <a:latin typeface="Cambria Math" panose="02040503050406030204" pitchFamily="18" charset="0"/>
                      </a:rPr>
                      <m:t>𝐶𝑂</m:t>
                    </m:r>
                    <m:r>
                      <a:rPr lang="en-US" b="0" i="1" smtClean="0">
                        <a:latin typeface="Cambria Math" panose="02040503050406030204" pitchFamily="18" charset="0"/>
                      </a:rPr>
                      <m:t>=</m:t>
                    </m:r>
                    <m:r>
                      <a:rPr lang="en-US" b="0" i="1" smtClean="0">
                        <a:latin typeface="Cambria Math" panose="02040503050406030204" pitchFamily="18" charset="0"/>
                      </a:rPr>
                      <m:t>𝑆𝑉</m:t>
                    </m:r>
                    <m:r>
                      <a:rPr lang="en-US" b="0" i="1" smtClean="0">
                        <a:latin typeface="Cambria Math" panose="02040503050406030204" pitchFamily="18" charset="0"/>
                      </a:rPr>
                      <m:t>∗</m:t>
                    </m:r>
                    <m:r>
                      <a:rPr lang="en-US" b="0" i="1" smtClean="0">
                        <a:latin typeface="Cambria Math" panose="02040503050406030204" pitchFamily="18" charset="0"/>
                      </a:rPr>
                      <m:t>𝐻𝑅</m:t>
                    </m:r>
                  </m:oMath>
                </a14:m>
                <a:endParaRPr lang="en-US" b="0" dirty="0"/>
              </a:p>
              <a:p>
                <a:pPr lvl="1"/>
                <a14:m>
                  <m:oMath xmlns:m="http://schemas.openxmlformats.org/officeDocument/2006/math">
                    <m:r>
                      <a:rPr lang="en-US" b="0" i="1" smtClean="0">
                        <a:latin typeface="Cambria Math" panose="02040503050406030204" pitchFamily="18" charset="0"/>
                      </a:rPr>
                      <m:t>𝑑𝑊</m:t>
                    </m:r>
                    <m:r>
                      <a:rPr lang="en-US" b="0" i="1" smtClean="0">
                        <a:latin typeface="Cambria Math" panose="02040503050406030204" pitchFamily="18" charset="0"/>
                      </a:rPr>
                      <m:t>=</m:t>
                    </m:r>
                    <m:r>
                      <a:rPr lang="en-US" b="0" i="1" smtClean="0">
                        <a:latin typeface="Cambria Math" panose="02040503050406030204" pitchFamily="18" charset="0"/>
                      </a:rPr>
                      <m:t>𝐹𝑑𝑥</m:t>
                    </m:r>
                  </m:oMath>
                </a14:m>
                <a:endParaRPr lang="en-US" b="0" dirty="0"/>
              </a:p>
              <a:p>
                <a:pPr lvl="1"/>
                <a14:m>
                  <m:oMath xmlns:m="http://schemas.openxmlformats.org/officeDocument/2006/math">
                    <m:r>
                      <a:rPr lang="en-US" b="0" i="1" smtClean="0">
                        <a:latin typeface="Cambria Math" panose="02040503050406030204" pitchFamily="18" charset="0"/>
                      </a:rPr>
                      <m:t>𝑑𝑊</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𝐴</m:t>
                        </m:r>
                      </m:den>
                    </m:f>
                    <m:r>
                      <a:rPr lang="en-US" b="0" i="1" smtClean="0">
                        <a:latin typeface="Cambria Math" panose="02040503050406030204" pitchFamily="18" charset="0"/>
                      </a:rPr>
                      <m:t>𝐴𝑑𝑥</m:t>
                    </m:r>
                    <m:r>
                      <a:rPr lang="en-US" b="0" i="1" smtClean="0">
                        <a:latin typeface="Cambria Math" panose="02040503050406030204" pitchFamily="18" charset="0"/>
                      </a:rPr>
                      <m:t>=</m:t>
                    </m:r>
                    <m:r>
                      <a:rPr lang="en-US" b="0" i="1" smtClean="0">
                        <a:latin typeface="Cambria Math" panose="02040503050406030204" pitchFamily="18" charset="0"/>
                      </a:rPr>
                      <m:t>𝑃𝑑𝑉</m:t>
                    </m:r>
                  </m:oMath>
                </a14:m>
                <a:endParaRPr lang="en-US" b="0" dirty="0"/>
              </a:p>
              <a:p>
                <a:r>
                  <a:rPr lang="en-US" b="0" dirty="0"/>
                  <a:t>(</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𝐴</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𝑎𝑟𝑒𝑎</m:t>
                    </m:r>
                  </m:oMath>
                </a14:m>
                <a:r>
                  <a:rPr lang="en-US" b="0" dirty="0"/>
                  <a:t>)</a:t>
                </a:r>
              </a:p>
              <a:p>
                <a:endParaRPr lang="en-US" dirty="0"/>
              </a:p>
              <a:p>
                <a:r>
                  <a:rPr lang="en-US" b="0" dirty="0"/>
                  <a:t>The area of the Pressure-Volume loop is the work done by the heart</a:t>
                </a:r>
              </a:p>
            </p:txBody>
          </p:sp>
        </mc:Choice>
        <mc:Fallback xmlns="">
          <p:sp>
            <p:nvSpPr>
              <p:cNvPr id="6" name="Text Placeholder 5">
                <a:extLst>
                  <a:ext uri="{FF2B5EF4-FFF2-40B4-BE49-F238E27FC236}">
                    <a16:creationId xmlns:a16="http://schemas.microsoft.com/office/drawing/2014/main" id="{ED13B9F7-CA01-4A9B-87BE-B52E7AF69513}"/>
                  </a:ext>
                </a:extLst>
              </p:cNvPr>
              <p:cNvSpPr>
                <a:spLocks noGrp="1" noRot="1" noChangeAspect="1" noMove="1" noResize="1" noEditPoints="1" noAdjustHandles="1" noChangeArrowheads="1" noChangeShapeType="1" noTextEdit="1"/>
              </p:cNvSpPr>
              <p:nvPr>
                <p:ph type="body" sz="quarter" idx="12"/>
              </p:nvPr>
            </p:nvSpPr>
            <p:spPr>
              <a:xfrm>
                <a:off x="766762" y="2205038"/>
                <a:ext cx="5812941" cy="3752115"/>
              </a:xfrm>
              <a:blipFill>
                <a:blip r:embed="rId3"/>
                <a:stretch>
                  <a:fillRect l="-105" t="-650"/>
                </a:stretch>
              </a:blipFill>
            </p:spPr>
            <p:txBody>
              <a:bodyPr/>
              <a:lstStyle/>
              <a:p>
                <a:r>
                  <a:rPr lang="da-DK">
                    <a:noFill/>
                  </a:rPr>
                  <a:t> </a:t>
                </a:r>
              </a:p>
            </p:txBody>
          </p:sp>
        </mc:Fallback>
      </mc:AlternateContent>
      <p:sp>
        <p:nvSpPr>
          <p:cNvPr id="12" name="Picture Placeholder 11">
            <a:extLst>
              <a:ext uri="{FF2B5EF4-FFF2-40B4-BE49-F238E27FC236}">
                <a16:creationId xmlns:a16="http://schemas.microsoft.com/office/drawing/2014/main" id="{3DB8740D-43E0-450B-9254-B2B1444D8AA3}"/>
              </a:ext>
            </a:extLst>
          </p:cNvPr>
          <p:cNvSpPr>
            <a:spLocks noGrp="1"/>
          </p:cNvSpPr>
          <p:nvPr>
            <p:ph type="pic" sz="quarter" idx="11"/>
          </p:nvPr>
        </p:nvSpPr>
        <p:spPr/>
        <p:txBody>
          <a:bodyPr/>
          <a:lstStyle/>
          <a:p>
            <a:endParaRPr lang="LID4096"/>
          </a:p>
        </p:txBody>
      </p:sp>
      <p:pic>
        <p:nvPicPr>
          <p:cNvPr id="13" name="Picture 4">
            <a:extLst>
              <a:ext uri="{FF2B5EF4-FFF2-40B4-BE49-F238E27FC236}">
                <a16:creationId xmlns:a16="http://schemas.microsoft.com/office/drawing/2014/main" id="{E859BC26-F31A-4C37-BCAE-1A0AE7D398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612" b="-26612"/>
          <a:stretch/>
        </p:blipFill>
        <p:spPr bwMode="auto">
          <a:xfrm>
            <a:off x="7281143" y="657225"/>
            <a:ext cx="4752975"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7DC34CD4-EACA-5C19-4489-CF2519C36066}"/>
              </a:ext>
            </a:extLst>
          </p:cNvPr>
          <p:cNvCxnSpPr>
            <a:cxnSpLocks/>
          </p:cNvCxnSpPr>
          <p:nvPr/>
        </p:nvCxnSpPr>
        <p:spPr>
          <a:xfrm>
            <a:off x="8361274" y="3053636"/>
            <a:ext cx="870508" cy="494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415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93E80F-F3BC-4ADB-82E8-5E5ADAB502BE}"/>
              </a:ext>
            </a:extLst>
          </p:cNvPr>
          <p:cNvSpPr>
            <a:spLocks noGrp="1"/>
          </p:cNvSpPr>
          <p:nvPr>
            <p:ph type="title"/>
          </p:nvPr>
        </p:nvSpPr>
        <p:spPr/>
        <p:txBody>
          <a:bodyPr/>
          <a:lstStyle/>
          <a:p>
            <a:r>
              <a:rPr lang="en-US" dirty="0"/>
              <a:t>Cardiac function curve</a:t>
            </a:r>
            <a:endParaRPr lang="da-DK"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ED13B9F7-CA01-4A9B-87BE-B52E7AF69513}"/>
                  </a:ext>
                </a:extLst>
              </p:cNvPr>
              <p:cNvSpPr>
                <a:spLocks noGrp="1"/>
              </p:cNvSpPr>
              <p:nvPr>
                <p:ph type="body" sz="quarter" idx="12"/>
              </p:nvPr>
            </p:nvSpPr>
            <p:spPr/>
            <p:txBody>
              <a:bodyPr>
                <a:normAutofit fontScale="77500" lnSpcReduction="20000"/>
              </a:bodyPr>
              <a:lstStyle/>
              <a:p>
                <a:r>
                  <a:rPr lang="en-US" dirty="0">
                    <a:latin typeface="Cambria Math" panose="02040503050406030204" pitchFamily="18" charset="0"/>
                  </a:rPr>
                  <a:t>Total Energy is the sum of: Pressure Volume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𝑃</m:t>
                        </m:r>
                      </m:sub>
                    </m:sSub>
                  </m:oMath>
                </a14:m>
                <a:r>
                  <a:rPr lang="en-US" dirty="0">
                    <a:latin typeface="Cambria Math" panose="02040503050406030204" pitchFamily="18" charset="0"/>
                  </a:rPr>
                  <a:t>), Kinetic Work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𝐾</m:t>
                        </m:r>
                      </m:sub>
                    </m:sSub>
                  </m:oMath>
                </a14:m>
                <a:r>
                  <a:rPr lang="en-US" dirty="0">
                    <a:latin typeface="Cambria Math" panose="02040503050406030204" pitchFamily="18" charset="0"/>
                  </a:rPr>
                  <a:t>), and Gravitational Work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𝐺</m:t>
                        </m:r>
                      </m:sub>
                    </m:sSub>
                  </m:oMath>
                </a14:m>
                <a:r>
                  <a:rPr lang="en-US" dirty="0">
                    <a:latin typeface="Cambria Math" panose="02040503050406030204" pitchFamily="18" charset="0"/>
                  </a:rPr>
                  <a:t>)</a:t>
                </a:r>
                <a:endParaRPr lang="en-US" b="0"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𝐾</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𝑃𝑉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𝜌</m:t>
                    </m:r>
                    <m:r>
                      <a:rPr lang="en-US" b="0" i="1" smtClean="0">
                        <a:latin typeface="Cambria Math" panose="02040503050406030204" pitchFamily="18" charset="0"/>
                      </a:rPr>
                      <m:t>𝑉</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𝜌</m:t>
                    </m:r>
                    <m:r>
                      <a:rPr lang="en-US" b="1" i="1" smtClean="0">
                        <a:latin typeface="Cambria Math" panose="02040503050406030204" pitchFamily="18" charset="0"/>
                      </a:rPr>
                      <m:t>𝒈</m:t>
                    </m:r>
                    <m:r>
                      <a:rPr lang="en-US" b="0" i="1" smtClean="0">
                        <a:latin typeface="Cambria Math" panose="02040503050406030204" pitchFamily="18" charset="0"/>
                      </a:rPr>
                      <m:t>h𝑉</m:t>
                    </m:r>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𝑃𝑉</m:t>
                    </m:r>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𝐾</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𝜌</m:t>
                    </m:r>
                    <m:r>
                      <a:rPr lang="en-US" b="0" i="1" smtClean="0">
                        <a:latin typeface="Cambria Math" panose="02040503050406030204" pitchFamily="18" charset="0"/>
                      </a:rPr>
                      <m:t>𝑉</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𝜌</m:t>
                    </m:r>
                    <m:r>
                      <a:rPr lang="en-US" b="1" i="1" smtClean="0">
                        <a:latin typeface="Cambria Math" panose="02040503050406030204" pitchFamily="18" charset="0"/>
                      </a:rPr>
                      <m:t>𝒈</m:t>
                    </m:r>
                    <m:r>
                      <a:rPr lang="en-US" b="0" i="1" smtClean="0">
                        <a:latin typeface="Cambria Math" panose="02040503050406030204" pitchFamily="18" charset="0"/>
                      </a:rPr>
                      <m:t>h𝑉</m:t>
                    </m:r>
                  </m:oMath>
                </a14:m>
                <a:endParaRPr lang="en-US" b="0" i="1" dirty="0">
                  <a:latin typeface="Cambria Math" panose="02040503050406030204" pitchFamily="18" charset="0"/>
                </a:endParaRPr>
              </a:p>
              <a:p>
                <a:pPr lvl="2"/>
                <a:r>
                  <a:rPr lang="en-US" i="1" dirty="0">
                    <a:latin typeface="Cambria Math" panose="02040503050406030204" pitchFamily="18" charset="0"/>
                  </a:rPr>
                  <a:t>The book is wrong</a:t>
                </a:r>
                <a:endParaRPr lang="en-US" b="0" i="1" dirty="0">
                  <a:latin typeface="Cambria Math" panose="02040503050406030204" pitchFamily="18" charset="0"/>
                </a:endParaRPr>
              </a:p>
              <a:p>
                <a:r>
                  <a:rPr lang="en-US" dirty="0">
                    <a:latin typeface="Cambria Math" panose="02040503050406030204" pitchFamily="18" charset="0"/>
                  </a:rPr>
                  <a:t>Equivalent pressure </a:t>
                </a:r>
                <a:endParaRPr lang="en-US" b="0" dirty="0">
                  <a:latin typeface="Cambria Math" panose="02040503050406030204" pitchFamily="18" charset="0"/>
                </a:endParaRPr>
              </a:p>
              <a:p>
                <a:pPr lvl="1"/>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Δ</m:t>
                        </m:r>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m:rPr>
                        <m:sty m:val="p"/>
                      </m:rPr>
                      <a:rPr lang="en-US">
                        <a:latin typeface="Cambria Math" panose="02040503050406030204" pitchFamily="18" charset="0"/>
                      </a:rPr>
                      <m:t>Δ</m:t>
                    </m:r>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m:rPr>
                            <m:sty m:val="p"/>
                          </m:rPr>
                          <a:rPr lang="en-US">
                            <a:latin typeface="Cambria Math" panose="02040503050406030204" pitchFamily="18" charset="0"/>
                          </a:rPr>
                          <m:t>Δ</m:t>
                        </m:r>
                        <m:r>
                          <a:rPr lang="en-US" b="0" i="1" smtClean="0">
                            <a:latin typeface="Cambria Math" panose="02040503050406030204" pitchFamily="18" charset="0"/>
                          </a:rPr>
                          <m:t>𝑣</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𝜌</m:t>
                    </m:r>
                    <m:r>
                      <a:rPr lang="en-US" b="1" i="1" smtClean="0">
                        <a:latin typeface="Cambria Math" panose="02040503050406030204" pitchFamily="18" charset="0"/>
                      </a:rPr>
                      <m:t>𝒈</m:t>
                    </m:r>
                    <m:r>
                      <m:rPr>
                        <m:sty m:val="p"/>
                      </m:rPr>
                      <a:rPr lang="en-US">
                        <a:latin typeface="Cambria Math" panose="02040503050406030204" pitchFamily="18" charset="0"/>
                      </a:rPr>
                      <m:t>Δ</m:t>
                    </m:r>
                    <m:r>
                      <a:rPr lang="en-US" b="0" i="1" smtClean="0">
                        <a:latin typeface="Cambria Math" panose="02040503050406030204" pitchFamily="18" charset="0"/>
                      </a:rPr>
                      <m:t>h</m:t>
                    </m:r>
                  </m:oMath>
                </a14:m>
                <a:endParaRPr lang="en-US" dirty="0"/>
              </a:p>
              <a:p>
                <a:r>
                  <a:rPr lang="en-US" b="0" dirty="0"/>
                  <a:t>Note that </a:t>
                </a:r>
                <a:endParaRPr lang="en-US" b="1" i="1" dirty="0">
                  <a:latin typeface="Cambria Math" panose="02040503050406030204" pitchFamily="18" charset="0"/>
                </a:endParaRPr>
              </a:p>
              <a:p>
                <a:pPr lvl="1"/>
                <a14:m>
                  <m:oMath xmlns:m="http://schemas.openxmlformats.org/officeDocument/2006/math">
                    <m:r>
                      <a:rPr lang="en-US" b="1" i="1" smtClean="0">
                        <a:latin typeface="Cambria Math" panose="02040503050406030204" pitchFamily="18" charset="0"/>
                      </a:rPr>
                      <m:t>𝒈</m:t>
                    </m:r>
                    <m:r>
                      <a:rPr lang="en-US" b="0" i="1" smtClean="0">
                        <a:latin typeface="Cambria Math" panose="02040503050406030204" pitchFamily="18" charset="0"/>
                      </a:rPr>
                      <m:t>h</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r>
                          <a:rPr lang="en-US" b="0" i="1" smtClean="0">
                            <a:latin typeface="Cambria Math" panose="02040503050406030204" pitchFamily="18" charset="0"/>
                          </a:rPr>
                          <m:t>𝑚</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e>
                    </m:d>
                    <m:r>
                      <a:rPr lang="en-US" b="0" i="1" smtClean="0">
                        <a:latin typeface="Cambria Math" panose="02040503050406030204" pitchFamily="18" charset="0"/>
                      </a:rPr>
                      <m:t>,  </m:t>
                    </m:r>
                  </m:oMath>
                </a14:m>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den>
                        </m:f>
                      </m:e>
                    </m:d>
                  </m:oMath>
                </a14:m>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𝜌</m:t>
                    </m:r>
                    <m:r>
                      <a:rPr lang="en-US" b="1" i="1" smtClean="0">
                        <a:latin typeface="Cambria Math" panose="02040503050406030204" pitchFamily="18" charset="0"/>
                      </a:rPr>
                      <m:t>𝒈</m:t>
                    </m:r>
                    <m:r>
                      <a:rPr lang="en-US" b="0" i="1" smtClean="0">
                        <a:latin typeface="Cambria Math" panose="02040503050406030204" pitchFamily="18" charset="0"/>
                      </a:rPr>
                      <m:t>h</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den>
                        </m:f>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r>
                              <a:rPr lang="en-US" b="0" i="1" smtClean="0">
                                <a:latin typeface="Cambria Math" panose="02040503050406030204" pitchFamily="18" charset="0"/>
                              </a:rPr>
                              <m:t> </m:t>
                            </m:r>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e>
                    </m:d>
                    <m:r>
                      <a:rPr lang="en-US" b="0" i="0" smtClean="0">
                        <a:latin typeface="Cambria Math" panose="02040503050406030204" pitchFamily="18" charset="0"/>
                      </a:rPr>
                      <m:t>=</m:t>
                    </m:r>
                    <m:r>
                      <m:rPr>
                        <m:sty m:val="p"/>
                      </m:rPr>
                      <a:rPr lang="en-US" b="0" i="0" smtClean="0">
                        <a:latin typeface="Cambria Math" panose="02040503050406030204" pitchFamily="18" charset="0"/>
                      </a:rPr>
                      <m:t>Pa</m:t>
                    </m:r>
                  </m:oMath>
                </a14:m>
                <a:endParaRPr lang="en-US" b="0" dirty="0"/>
              </a:p>
              <a:p>
                <a:pPr marL="0" indent="0">
                  <a:buNone/>
                </a:pPr>
                <a:endParaRPr lang="en-US" dirty="0"/>
              </a:p>
            </p:txBody>
          </p:sp>
        </mc:Choice>
        <mc:Fallback xmlns="">
          <p:sp>
            <p:nvSpPr>
              <p:cNvPr id="6" name="Text Placeholder 5">
                <a:extLst>
                  <a:ext uri="{FF2B5EF4-FFF2-40B4-BE49-F238E27FC236}">
                    <a16:creationId xmlns:a16="http://schemas.microsoft.com/office/drawing/2014/main" id="{ED13B9F7-CA01-4A9B-87BE-B52E7AF69513}"/>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1138"/>
                </a:stretch>
              </a:blipFill>
            </p:spPr>
            <p:txBody>
              <a:bodyPr/>
              <a:lstStyle/>
              <a:p>
                <a:r>
                  <a:rPr lang="en-DK">
                    <a:noFill/>
                  </a:rPr>
                  <a:t> </a:t>
                </a:r>
              </a:p>
            </p:txBody>
          </p:sp>
        </mc:Fallback>
      </mc:AlternateContent>
      <p:sp>
        <p:nvSpPr>
          <p:cNvPr id="2" name="Picture Placeholder 1">
            <a:extLst>
              <a:ext uri="{FF2B5EF4-FFF2-40B4-BE49-F238E27FC236}">
                <a16:creationId xmlns:a16="http://schemas.microsoft.com/office/drawing/2014/main" id="{F4F09CF4-3BFA-4418-A0A1-0DBB6930C648}"/>
              </a:ext>
            </a:extLst>
          </p:cNvPr>
          <p:cNvSpPr>
            <a:spLocks noGrp="1"/>
          </p:cNvSpPr>
          <p:nvPr>
            <p:ph type="pic" sz="quarter" idx="11"/>
          </p:nvPr>
        </p:nvSpPr>
        <p:spPr/>
        <p:txBody>
          <a:bodyPr/>
          <a:lstStyle/>
          <a:p>
            <a:endParaRPr lang="LID4096"/>
          </a:p>
        </p:txBody>
      </p:sp>
      <p:pic>
        <p:nvPicPr>
          <p:cNvPr id="7" name="Picture 4">
            <a:extLst>
              <a:ext uri="{FF2B5EF4-FFF2-40B4-BE49-F238E27FC236}">
                <a16:creationId xmlns:a16="http://schemas.microsoft.com/office/drawing/2014/main" id="{DE5EFA7F-7FEA-42AD-BD57-B6B83D42307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612" b="-26612"/>
          <a:stretch/>
        </p:blipFill>
        <p:spPr bwMode="auto">
          <a:xfrm>
            <a:off x="7281143" y="657225"/>
            <a:ext cx="4752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452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C3C8F-5883-3727-0F1E-D93C6A6D5650}"/>
              </a:ext>
            </a:extLst>
          </p:cNvPr>
          <p:cNvSpPr>
            <a:spLocks noGrp="1"/>
          </p:cNvSpPr>
          <p:nvPr>
            <p:ph type="title"/>
          </p:nvPr>
        </p:nvSpPr>
        <p:spPr/>
        <p:txBody>
          <a:bodyPr/>
          <a:lstStyle/>
          <a:p>
            <a:r>
              <a:rPr lang="da-DK" dirty="0"/>
              <a:t>Agenda</a:t>
            </a:r>
            <a:endParaRPr lang="en-DK" dirty="0"/>
          </a:p>
        </p:txBody>
      </p:sp>
      <p:sp>
        <p:nvSpPr>
          <p:cNvPr id="6" name="Text Placeholder 5">
            <a:extLst>
              <a:ext uri="{FF2B5EF4-FFF2-40B4-BE49-F238E27FC236}">
                <a16:creationId xmlns:a16="http://schemas.microsoft.com/office/drawing/2014/main" id="{2798F199-B72D-E27F-95F2-B0E9F5BE882F}"/>
              </a:ext>
            </a:extLst>
          </p:cNvPr>
          <p:cNvSpPr>
            <a:spLocks noGrp="1"/>
          </p:cNvSpPr>
          <p:nvPr>
            <p:ph type="body" sz="quarter" idx="12"/>
          </p:nvPr>
        </p:nvSpPr>
        <p:spPr/>
        <p:txBody>
          <a:bodyPr/>
          <a:lstStyle/>
          <a:p>
            <a:r>
              <a:rPr lang="da-DK" dirty="0" err="1"/>
              <a:t>Contractability</a:t>
            </a:r>
            <a:endParaRPr lang="da-DK" dirty="0"/>
          </a:p>
          <a:p>
            <a:r>
              <a:rPr lang="da-DK" dirty="0"/>
              <a:t>The </a:t>
            </a:r>
            <a:r>
              <a:rPr lang="da-DK" dirty="0" err="1"/>
              <a:t>cardiac</a:t>
            </a:r>
            <a:r>
              <a:rPr lang="da-DK" dirty="0"/>
              <a:t> </a:t>
            </a:r>
            <a:r>
              <a:rPr lang="da-DK" dirty="0" err="1"/>
              <a:t>function</a:t>
            </a:r>
            <a:endParaRPr lang="da-DK" dirty="0"/>
          </a:p>
          <a:p>
            <a:r>
              <a:rPr lang="da-DK" b="1" dirty="0" err="1"/>
              <a:t>Preload</a:t>
            </a:r>
            <a:r>
              <a:rPr lang="da-DK" b="1" dirty="0"/>
              <a:t> and </a:t>
            </a:r>
            <a:r>
              <a:rPr lang="da-DK" b="1" dirty="0" err="1"/>
              <a:t>afterload</a:t>
            </a:r>
            <a:endParaRPr lang="da-DK" b="1" dirty="0"/>
          </a:p>
          <a:p>
            <a:r>
              <a:rPr lang="da-DK" dirty="0" err="1"/>
              <a:t>hemodynamics</a:t>
            </a:r>
            <a:endParaRPr lang="en-DK" dirty="0"/>
          </a:p>
        </p:txBody>
      </p:sp>
    </p:spTree>
    <p:extLst>
      <p:ext uri="{BB962C8B-B14F-4D97-AF65-F5344CB8AC3E}">
        <p14:creationId xmlns:p14="http://schemas.microsoft.com/office/powerpoint/2010/main" val="1831239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038FE9-7D99-8C79-B3FF-B478CDE9DE49}"/>
              </a:ext>
            </a:extLst>
          </p:cNvPr>
          <p:cNvSpPr>
            <a:spLocks noGrp="1"/>
          </p:cNvSpPr>
          <p:nvPr>
            <p:ph type="title"/>
          </p:nvPr>
        </p:nvSpPr>
        <p:spPr/>
        <p:txBody>
          <a:bodyPr/>
          <a:lstStyle/>
          <a:p>
            <a:r>
              <a:rPr lang="da-DK" dirty="0" err="1"/>
              <a:t>Preload</a:t>
            </a:r>
            <a:r>
              <a:rPr lang="da-DK" dirty="0"/>
              <a:t> </a:t>
            </a:r>
            <a:r>
              <a:rPr lang="da-DK" dirty="0" err="1"/>
              <a:t>vs</a:t>
            </a:r>
            <a:r>
              <a:rPr lang="da-DK" dirty="0"/>
              <a:t> </a:t>
            </a:r>
            <a:r>
              <a:rPr lang="da-DK" dirty="0" err="1"/>
              <a:t>Afterload</a:t>
            </a:r>
            <a:endParaRPr lang="LID4096" dirty="0"/>
          </a:p>
        </p:txBody>
      </p:sp>
      <p:sp>
        <p:nvSpPr>
          <p:cNvPr id="4" name="Text Placeholder 3">
            <a:extLst>
              <a:ext uri="{FF2B5EF4-FFF2-40B4-BE49-F238E27FC236}">
                <a16:creationId xmlns:a16="http://schemas.microsoft.com/office/drawing/2014/main" id="{6233FBBF-FD12-815D-6C0B-1D979278DC7F}"/>
              </a:ext>
            </a:extLst>
          </p:cNvPr>
          <p:cNvSpPr>
            <a:spLocks noGrp="1"/>
          </p:cNvSpPr>
          <p:nvPr>
            <p:ph type="body" sz="quarter" idx="12"/>
          </p:nvPr>
        </p:nvSpPr>
        <p:spPr/>
        <p:txBody>
          <a:bodyPr>
            <a:normAutofit/>
          </a:bodyPr>
          <a:lstStyle/>
          <a:p>
            <a:r>
              <a:rPr lang="en-US" b="1" dirty="0"/>
              <a:t>preload</a:t>
            </a:r>
            <a:r>
              <a:rPr lang="en-US" dirty="0"/>
              <a:t> is the amount of </a:t>
            </a:r>
            <a:r>
              <a:rPr lang="en-US" dirty="0" err="1"/>
              <a:t>sacromere</a:t>
            </a:r>
            <a:r>
              <a:rPr lang="en-US" dirty="0"/>
              <a:t> stretch experienced by cardiomyocytes, at the end of ventricular filling during diastole. </a:t>
            </a:r>
          </a:p>
          <a:p>
            <a:r>
              <a:rPr lang="en-US" dirty="0"/>
              <a:t>This is proportional to the average vena cava pressure</a:t>
            </a:r>
          </a:p>
          <a:p>
            <a:endParaRPr lang="en-US" dirty="0"/>
          </a:p>
          <a:p>
            <a:endParaRPr lang="en-US" dirty="0"/>
          </a:p>
          <a:p>
            <a:endParaRPr lang="en-US" dirty="0"/>
          </a:p>
          <a:p>
            <a:r>
              <a:rPr lang="en-US" b="1" dirty="0"/>
              <a:t>Afterload</a:t>
            </a:r>
            <a:r>
              <a:rPr lang="en-US" dirty="0"/>
              <a:t> is the pressure that the heart must work against to eject blood during systole (ventricular contraction). </a:t>
            </a:r>
          </a:p>
          <a:p>
            <a:r>
              <a:rPr lang="en-US" dirty="0"/>
              <a:t>Afterload is proportional to the average arterial pressure</a:t>
            </a:r>
            <a:endParaRPr lang="LID4096" dirty="0"/>
          </a:p>
        </p:txBody>
      </p:sp>
      <p:pic>
        <p:nvPicPr>
          <p:cNvPr id="8" name="Picture 7" descr="A cartoon of a human heart&#10;&#10;Description automatically generated">
            <a:extLst>
              <a:ext uri="{FF2B5EF4-FFF2-40B4-BE49-F238E27FC236}">
                <a16:creationId xmlns:a16="http://schemas.microsoft.com/office/drawing/2014/main" id="{4B7B72B9-F26D-96D1-2931-0720D25D8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9746" y="243179"/>
            <a:ext cx="2816555" cy="3633466"/>
          </a:xfrm>
          <a:prstGeom prst="rect">
            <a:avLst/>
          </a:prstGeom>
        </p:spPr>
      </p:pic>
      <p:pic>
        <p:nvPicPr>
          <p:cNvPr id="10" name="Picture 9" descr="A diagram of a human heart&#10;&#10;Description automatically generated">
            <a:extLst>
              <a:ext uri="{FF2B5EF4-FFF2-40B4-BE49-F238E27FC236}">
                <a16:creationId xmlns:a16="http://schemas.microsoft.com/office/drawing/2014/main" id="{50DEE2A6-79AD-9E83-1CBE-D399ADBE33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767" y="3584448"/>
            <a:ext cx="2421534" cy="3123874"/>
          </a:xfrm>
          <a:prstGeom prst="rect">
            <a:avLst/>
          </a:prstGeom>
        </p:spPr>
      </p:pic>
    </p:spTree>
    <p:extLst>
      <p:ext uri="{BB962C8B-B14F-4D97-AF65-F5344CB8AC3E}">
        <p14:creationId xmlns:p14="http://schemas.microsoft.com/office/powerpoint/2010/main" val="1979981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a:extLst>
              <a:ext uri="{FF2B5EF4-FFF2-40B4-BE49-F238E27FC236}">
                <a16:creationId xmlns:a16="http://schemas.microsoft.com/office/drawing/2014/main" id="{8FCB65B9-CCE7-43FB-B92C-BA18CA0651E5}"/>
              </a:ext>
            </a:extLst>
          </p:cNvPr>
          <p:cNvPicPr>
            <a:picLocks noGrp="1" noChangeAspect="1" noChangeArrowheads="1"/>
          </p:cNvPicPr>
          <p:nvPr>
            <p:ph type="pic" sz="quarter" idx="14"/>
          </p:nvPr>
        </p:nvPicPr>
        <p:blipFill rotWithShape="1">
          <a:blip r:embed="rId2">
            <a:extLst>
              <a:ext uri="{28A0092B-C50C-407E-A947-70E740481C1C}">
                <a14:useLocalDpi xmlns:a14="http://schemas.microsoft.com/office/drawing/2010/main" val="0"/>
              </a:ext>
            </a:extLst>
          </a:blip>
          <a:srcRect l="2785" r="2785"/>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793E80F-F3BC-4ADB-82E8-5E5ADAB502BE}"/>
              </a:ext>
            </a:extLst>
          </p:cNvPr>
          <p:cNvSpPr>
            <a:spLocks noGrp="1"/>
          </p:cNvSpPr>
          <p:nvPr>
            <p:ph type="title"/>
          </p:nvPr>
        </p:nvSpPr>
        <p:spPr/>
        <p:txBody>
          <a:bodyPr/>
          <a:lstStyle/>
          <a:p>
            <a:r>
              <a:rPr lang="en-US" dirty="0"/>
              <a:t>Cardiac function curve</a:t>
            </a:r>
            <a:br>
              <a:rPr lang="en-US" dirty="0"/>
            </a:br>
            <a:r>
              <a:rPr lang="en-US" dirty="0"/>
              <a:t>Preload</a:t>
            </a:r>
            <a:br>
              <a:rPr lang="en-US" b="0" dirty="0"/>
            </a:br>
            <a:endParaRPr lang="da-DK" dirty="0"/>
          </a:p>
        </p:txBody>
      </p:sp>
      <p:sp>
        <p:nvSpPr>
          <p:cNvPr id="6" name="Text Placeholder 5">
            <a:extLst>
              <a:ext uri="{FF2B5EF4-FFF2-40B4-BE49-F238E27FC236}">
                <a16:creationId xmlns:a16="http://schemas.microsoft.com/office/drawing/2014/main" id="{ED13B9F7-CA01-4A9B-87BE-B52E7AF69513}"/>
              </a:ext>
            </a:extLst>
          </p:cNvPr>
          <p:cNvSpPr>
            <a:spLocks noGrp="1"/>
          </p:cNvSpPr>
          <p:nvPr>
            <p:ph type="body" sz="quarter" idx="15"/>
          </p:nvPr>
        </p:nvSpPr>
        <p:spPr/>
        <p:txBody>
          <a:bodyPr/>
          <a:lstStyle/>
          <a:p>
            <a:pPr marL="0" indent="0">
              <a:buNone/>
            </a:pPr>
            <a:r>
              <a:rPr lang="en-US" b="0" dirty="0"/>
              <a:t>Frank-Starling Law of the heart</a:t>
            </a:r>
          </a:p>
          <a:p>
            <a:r>
              <a:rPr lang="en-US" b="0" dirty="0"/>
              <a:t>Increased Venous pressure</a:t>
            </a:r>
          </a:p>
          <a:p>
            <a:r>
              <a:rPr lang="en-US" dirty="0">
                <a:sym typeface="Wingdings" panose="05000000000000000000" pitchFamily="2" charset="2"/>
              </a:rPr>
              <a:t> Increased ventricular stretch</a:t>
            </a:r>
          </a:p>
          <a:p>
            <a:r>
              <a:rPr lang="en-US" b="0" dirty="0">
                <a:sym typeface="Wingdings" panose="05000000000000000000" pitchFamily="2" charset="2"/>
              </a:rPr>
              <a:t> I</a:t>
            </a:r>
            <a:r>
              <a:rPr lang="en-US" dirty="0">
                <a:sym typeface="Wingdings" panose="05000000000000000000" pitchFamily="2" charset="2"/>
              </a:rPr>
              <a:t>ncreased Pulmonary pressure</a:t>
            </a:r>
          </a:p>
          <a:p>
            <a:r>
              <a:rPr lang="en-US" b="0" dirty="0">
                <a:sym typeface="Wingdings" panose="05000000000000000000" pitchFamily="2" charset="2"/>
              </a:rPr>
              <a:t> Increased Ventricular Pressure</a:t>
            </a:r>
          </a:p>
          <a:p>
            <a:r>
              <a:rPr lang="en-US" dirty="0">
                <a:sym typeface="Wingdings" panose="05000000000000000000" pitchFamily="2" charset="2"/>
              </a:rPr>
              <a:t> Increased Ventricular Stretch</a:t>
            </a:r>
          </a:p>
          <a:p>
            <a:r>
              <a:rPr lang="en-US" dirty="0">
                <a:sym typeface="Wingdings" panose="05000000000000000000" pitchFamily="2" charset="2"/>
              </a:rPr>
              <a:t> Increased Stroke Volume</a:t>
            </a:r>
            <a:endParaRPr lang="en-US" b="0" dirty="0"/>
          </a:p>
        </p:txBody>
      </p:sp>
      <p:pic>
        <p:nvPicPr>
          <p:cNvPr id="10" name="Picture 4">
            <a:extLst>
              <a:ext uri="{FF2B5EF4-FFF2-40B4-BE49-F238E27FC236}">
                <a16:creationId xmlns:a16="http://schemas.microsoft.com/office/drawing/2014/main" id="{0495B128-4EDB-4DD3-8A81-CA1EDDCACA15}"/>
              </a:ext>
            </a:extLst>
          </p:cNvPr>
          <p:cNvPicPr>
            <a:picLocks noGrp="1" noChangeAspect="1" noChangeArrowheads="1"/>
          </p:cNvPicPr>
          <p:nvPr>
            <p:ph type="pic" sz="quarter" idx="16"/>
          </p:nvPr>
        </p:nvPicPr>
        <p:blipFill rotWithShape="1">
          <a:blip r:embed="rId3">
            <a:extLst>
              <a:ext uri="{28A0092B-C50C-407E-A947-70E740481C1C}">
                <a14:useLocalDpi xmlns:a14="http://schemas.microsoft.com/office/drawing/2010/main" val="0"/>
              </a:ext>
            </a:extLst>
          </a:blip>
          <a:srcRect l="-40329" r="-40329"/>
          <a:stretch/>
        </p:blipFill>
        <p:spPr bwMode="auto">
          <a:xfrm>
            <a:off x="7427913" y="0"/>
            <a:ext cx="4764087"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156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93E80F-F3BC-4ADB-82E8-5E5ADAB502BE}"/>
              </a:ext>
            </a:extLst>
          </p:cNvPr>
          <p:cNvSpPr>
            <a:spLocks noGrp="1"/>
          </p:cNvSpPr>
          <p:nvPr>
            <p:ph type="title"/>
          </p:nvPr>
        </p:nvSpPr>
        <p:spPr/>
        <p:txBody>
          <a:bodyPr/>
          <a:lstStyle/>
          <a:p>
            <a:r>
              <a:rPr lang="en-US" dirty="0"/>
              <a:t>Cardiac function curve</a:t>
            </a:r>
            <a:br>
              <a:rPr lang="en-US" dirty="0"/>
            </a:br>
            <a:r>
              <a:rPr lang="en-US" dirty="0"/>
              <a:t>Afterload</a:t>
            </a:r>
            <a:endParaRPr lang="da-DK" dirty="0"/>
          </a:p>
        </p:txBody>
      </p:sp>
      <p:sp>
        <p:nvSpPr>
          <p:cNvPr id="6" name="Text Placeholder 5">
            <a:extLst>
              <a:ext uri="{FF2B5EF4-FFF2-40B4-BE49-F238E27FC236}">
                <a16:creationId xmlns:a16="http://schemas.microsoft.com/office/drawing/2014/main" id="{ED13B9F7-CA01-4A9B-87BE-B52E7AF69513}"/>
              </a:ext>
            </a:extLst>
          </p:cNvPr>
          <p:cNvSpPr>
            <a:spLocks noGrp="1"/>
          </p:cNvSpPr>
          <p:nvPr>
            <p:ph type="body" sz="quarter" idx="13"/>
          </p:nvPr>
        </p:nvSpPr>
        <p:spPr/>
        <p:txBody>
          <a:bodyPr/>
          <a:lstStyle/>
          <a:p>
            <a:r>
              <a:rPr lang="en-US" b="0" dirty="0"/>
              <a:t>Arterial pressure into which stroke volume is ejected into</a:t>
            </a:r>
          </a:p>
          <a:p>
            <a:r>
              <a:rPr lang="en-US" b="0" dirty="0"/>
              <a:t>Increased afterload</a:t>
            </a:r>
            <a:endParaRPr lang="en-US" dirty="0"/>
          </a:p>
          <a:p>
            <a:r>
              <a:rPr lang="en-US" b="0" dirty="0">
                <a:sym typeface="Wingdings" panose="05000000000000000000" pitchFamily="2" charset="2"/>
              </a:rPr>
              <a:t>Reduced SV (And CO)</a:t>
            </a:r>
            <a:endParaRPr lang="en-US" b="0" dirty="0"/>
          </a:p>
        </p:txBody>
      </p:sp>
      <p:pic>
        <p:nvPicPr>
          <p:cNvPr id="8" name="Chart Placeholder 7">
            <a:extLst>
              <a:ext uri="{FF2B5EF4-FFF2-40B4-BE49-F238E27FC236}">
                <a16:creationId xmlns:a16="http://schemas.microsoft.com/office/drawing/2014/main" id="{3DAF5C9F-4EEE-BD65-0389-B9C189C5156A}"/>
              </a:ext>
            </a:extLst>
          </p:cNvPr>
          <p:cNvPicPr>
            <a:picLocks noGrp="1" noChangeAspect="1" noChangeArrowheads="1"/>
          </p:cNvPicPr>
          <p:nvPr>
            <p:ph type="chart" sz="quarter" idx="12"/>
          </p:nvPr>
        </p:nvPicPr>
        <p:blipFill>
          <a:blip r:embed="rId3">
            <a:extLst>
              <a:ext uri="{28A0092B-C50C-407E-A947-70E740481C1C}">
                <a14:useLocalDpi xmlns:a14="http://schemas.microsoft.com/office/drawing/2010/main" val="0"/>
              </a:ext>
            </a:extLst>
          </a:blip>
          <a:srcRect/>
          <a:stretch>
            <a:fillRect/>
          </a:stretch>
        </p:blipFill>
        <p:spPr bwMode="auto">
          <a:xfrm>
            <a:off x="7289802" y="2205038"/>
            <a:ext cx="3929058" cy="3573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537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8EE41F-F7ED-EB40-A6B4-B7F9646D5852}"/>
              </a:ext>
            </a:extLst>
          </p:cNvPr>
          <p:cNvSpPr>
            <a:spLocks noGrp="1"/>
          </p:cNvSpPr>
          <p:nvPr>
            <p:ph type="title"/>
          </p:nvPr>
        </p:nvSpPr>
        <p:spPr/>
        <p:txBody>
          <a:bodyPr/>
          <a:lstStyle/>
          <a:p>
            <a:r>
              <a:rPr lang="da-DK" dirty="0" err="1"/>
              <a:t>Cardiac</a:t>
            </a:r>
            <a:r>
              <a:rPr lang="da-DK" dirty="0"/>
              <a:t> </a:t>
            </a:r>
            <a:r>
              <a:rPr lang="da-DK" dirty="0" err="1"/>
              <a:t>function</a:t>
            </a:r>
            <a:r>
              <a:rPr lang="da-DK" dirty="0"/>
              <a:t> </a:t>
            </a:r>
            <a:r>
              <a:rPr lang="da-DK" dirty="0" err="1"/>
              <a:t>curve</a:t>
            </a:r>
            <a:br>
              <a:rPr lang="da-DK" dirty="0"/>
            </a:br>
            <a:endParaRPr lang="en-DK" dirty="0"/>
          </a:p>
        </p:txBody>
      </p:sp>
      <p:sp>
        <p:nvSpPr>
          <p:cNvPr id="4" name="Text Placeholder 3">
            <a:extLst>
              <a:ext uri="{FF2B5EF4-FFF2-40B4-BE49-F238E27FC236}">
                <a16:creationId xmlns:a16="http://schemas.microsoft.com/office/drawing/2014/main" id="{AD63251C-0CDE-45E9-9166-A65D3C673F9C}"/>
              </a:ext>
            </a:extLst>
          </p:cNvPr>
          <p:cNvSpPr>
            <a:spLocks noGrp="1"/>
          </p:cNvSpPr>
          <p:nvPr>
            <p:ph type="body" sz="quarter" idx="13"/>
          </p:nvPr>
        </p:nvSpPr>
        <p:spPr/>
        <p:txBody>
          <a:bodyPr/>
          <a:lstStyle/>
          <a:p>
            <a:r>
              <a:rPr lang="en-US" dirty="0"/>
              <a:t>1: Baseline</a:t>
            </a:r>
          </a:p>
          <a:p>
            <a:r>
              <a:rPr lang="en-US" dirty="0"/>
              <a:t>2: Increased Preload</a:t>
            </a:r>
          </a:p>
          <a:p>
            <a:r>
              <a:rPr lang="en-US" dirty="0"/>
              <a:t>3: Increased preload and afterload</a:t>
            </a:r>
          </a:p>
          <a:p>
            <a:endParaRPr lang="en-US" dirty="0"/>
          </a:p>
          <a:p>
            <a:endParaRPr lang="en-US" dirty="0"/>
          </a:p>
          <a:p>
            <a:endParaRPr lang="da-DK" b="1" dirty="0"/>
          </a:p>
        </p:txBody>
      </p:sp>
      <p:pic>
        <p:nvPicPr>
          <p:cNvPr id="8" name="Chart Placeholder 7">
            <a:extLst>
              <a:ext uri="{FF2B5EF4-FFF2-40B4-BE49-F238E27FC236}">
                <a16:creationId xmlns:a16="http://schemas.microsoft.com/office/drawing/2014/main" id="{4C99D5B9-1E12-4ACA-90F9-C262E5C5B5D9}"/>
              </a:ext>
            </a:extLst>
          </p:cNvPr>
          <p:cNvPicPr>
            <a:picLocks noGrp="1" noChangeAspect="1" noChangeArrowheads="1"/>
          </p:cNvPicPr>
          <p:nvPr>
            <p:ph type="chart" sz="quarter" idx="12"/>
          </p:nvPr>
        </p:nvPicPr>
        <p:blipFill>
          <a:blip r:embed="rId3">
            <a:extLst>
              <a:ext uri="{28A0092B-C50C-407E-A947-70E740481C1C}">
                <a14:useLocalDpi xmlns:a14="http://schemas.microsoft.com/office/drawing/2010/main" val="0"/>
              </a:ext>
            </a:extLst>
          </a:blip>
          <a:srcRect/>
          <a:stretch>
            <a:fillRect/>
          </a:stretch>
        </p:blipFill>
        <p:spPr bwMode="auto">
          <a:xfrm>
            <a:off x="7289802" y="2205038"/>
            <a:ext cx="3929058" cy="3573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178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D0A3C0-13B1-4435-837C-91531A745CD1}"/>
              </a:ext>
            </a:extLst>
          </p:cNvPr>
          <p:cNvSpPr>
            <a:spLocks noGrp="1"/>
          </p:cNvSpPr>
          <p:nvPr>
            <p:ph type="title"/>
          </p:nvPr>
        </p:nvSpPr>
        <p:spPr/>
        <p:txBody>
          <a:bodyPr/>
          <a:lstStyle/>
          <a:p>
            <a:r>
              <a:rPr lang="da-DK" dirty="0" err="1"/>
              <a:t>What</a:t>
            </a:r>
            <a:r>
              <a:rPr lang="da-DK" dirty="0"/>
              <a:t> is the overall </a:t>
            </a:r>
            <a:r>
              <a:rPr lang="da-DK" dirty="0" err="1"/>
              <a:t>effect</a:t>
            </a:r>
            <a:r>
              <a:rPr lang="da-DK" dirty="0"/>
              <a:t> of </a:t>
            </a:r>
            <a:r>
              <a:rPr lang="da-DK" dirty="0" err="1"/>
              <a:t>Cardiac</a:t>
            </a:r>
            <a:r>
              <a:rPr lang="da-DK" dirty="0"/>
              <a:t> Work </a:t>
            </a:r>
            <a:r>
              <a:rPr lang="da-DK" dirty="0" err="1"/>
              <a:t>when</a:t>
            </a:r>
            <a:r>
              <a:rPr lang="da-DK" dirty="0"/>
              <a:t> </a:t>
            </a:r>
            <a:r>
              <a:rPr lang="da-DK" dirty="0" err="1"/>
              <a:t>increasing</a:t>
            </a:r>
            <a:r>
              <a:rPr lang="da-DK" dirty="0"/>
              <a:t> </a:t>
            </a:r>
            <a:r>
              <a:rPr lang="da-DK" dirty="0" err="1"/>
              <a:t>preload</a:t>
            </a:r>
            <a:r>
              <a:rPr lang="da-DK" dirty="0"/>
              <a:t>?</a:t>
            </a:r>
          </a:p>
        </p:txBody>
      </p:sp>
      <p:sp>
        <p:nvSpPr>
          <p:cNvPr id="4" name="Text Placeholder 3">
            <a:extLst>
              <a:ext uri="{FF2B5EF4-FFF2-40B4-BE49-F238E27FC236}">
                <a16:creationId xmlns:a16="http://schemas.microsoft.com/office/drawing/2014/main" id="{AD63251C-0CDE-45E9-9166-A65D3C673F9C}"/>
              </a:ext>
            </a:extLst>
          </p:cNvPr>
          <p:cNvSpPr>
            <a:spLocks noGrp="1"/>
          </p:cNvSpPr>
          <p:nvPr>
            <p:ph type="body" sz="quarter" idx="13"/>
          </p:nvPr>
        </p:nvSpPr>
        <p:spPr/>
        <p:txBody>
          <a:bodyPr/>
          <a:lstStyle/>
          <a:p>
            <a:r>
              <a:rPr lang="en-US" dirty="0"/>
              <a:t>1: Baseline</a:t>
            </a:r>
          </a:p>
          <a:p>
            <a:r>
              <a:rPr lang="en-US" dirty="0"/>
              <a:t>2: Increased Preload</a:t>
            </a:r>
          </a:p>
          <a:p>
            <a:r>
              <a:rPr lang="en-US" dirty="0"/>
              <a:t>3: Increased preload and afterload</a:t>
            </a:r>
          </a:p>
          <a:p>
            <a:endParaRPr lang="en-US" dirty="0"/>
          </a:p>
          <a:p>
            <a:endParaRPr lang="en-US" dirty="0"/>
          </a:p>
          <a:p>
            <a:pPr marL="0" indent="0">
              <a:buNone/>
            </a:pPr>
            <a:r>
              <a:rPr lang="en-US" b="1" dirty="0"/>
              <a:t>The heart works harder</a:t>
            </a:r>
            <a:endParaRPr lang="da-DK" b="1" dirty="0"/>
          </a:p>
        </p:txBody>
      </p:sp>
      <p:pic>
        <p:nvPicPr>
          <p:cNvPr id="7" name="Chart Placeholder 6">
            <a:extLst>
              <a:ext uri="{FF2B5EF4-FFF2-40B4-BE49-F238E27FC236}">
                <a16:creationId xmlns:a16="http://schemas.microsoft.com/office/drawing/2014/main" id="{4EBC2530-FECD-CE1C-6AE1-309A7B63482B}"/>
              </a:ext>
            </a:extLst>
          </p:cNvPr>
          <p:cNvPicPr>
            <a:picLocks noGrp="1" noChangeAspect="1" noChangeArrowheads="1"/>
          </p:cNvPicPr>
          <p:nvPr>
            <p:ph type="chart" sz="quarter" idx="12"/>
          </p:nvPr>
        </p:nvPicPr>
        <p:blipFill>
          <a:blip r:embed="rId3">
            <a:extLst>
              <a:ext uri="{28A0092B-C50C-407E-A947-70E740481C1C}">
                <a14:useLocalDpi xmlns:a14="http://schemas.microsoft.com/office/drawing/2010/main" val="0"/>
              </a:ext>
            </a:extLst>
          </a:blip>
          <a:srcRect/>
          <a:stretch>
            <a:fillRect/>
          </a:stretch>
        </p:blipFill>
        <p:spPr bwMode="auto">
          <a:xfrm>
            <a:off x="7289802" y="2205038"/>
            <a:ext cx="3929058" cy="3573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419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BD763-5261-DED4-FE2F-40A1C38195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893624-BF31-2B71-E94B-15E71FD357FB}"/>
              </a:ext>
            </a:extLst>
          </p:cNvPr>
          <p:cNvSpPr>
            <a:spLocks noGrp="1"/>
          </p:cNvSpPr>
          <p:nvPr>
            <p:ph type="title"/>
          </p:nvPr>
        </p:nvSpPr>
        <p:spPr>
          <a:xfrm>
            <a:off x="766762" y="657225"/>
            <a:ext cx="8686423" cy="1402687"/>
          </a:xfrm>
        </p:spPr>
        <p:txBody>
          <a:bodyPr/>
          <a:lstStyle/>
          <a:p>
            <a:r>
              <a:rPr lang="en-US" dirty="0"/>
              <a:t>Cardiac Contraction Strength</a:t>
            </a:r>
            <a:endParaRPr lang="da-DK" dirty="0"/>
          </a:p>
        </p:txBody>
      </p:sp>
      <p:sp>
        <p:nvSpPr>
          <p:cNvPr id="4" name="Text Placeholder 3">
            <a:extLst>
              <a:ext uri="{FF2B5EF4-FFF2-40B4-BE49-F238E27FC236}">
                <a16:creationId xmlns:a16="http://schemas.microsoft.com/office/drawing/2014/main" id="{E1D74283-55A0-2DFB-7819-20964D3CD269}"/>
              </a:ext>
            </a:extLst>
          </p:cNvPr>
          <p:cNvSpPr>
            <a:spLocks noGrp="1"/>
          </p:cNvSpPr>
          <p:nvPr>
            <p:ph type="body" sz="quarter" idx="12"/>
          </p:nvPr>
        </p:nvSpPr>
        <p:spPr/>
        <p:txBody>
          <a:bodyPr/>
          <a:lstStyle/>
          <a:p>
            <a:pPr marL="0" indent="0">
              <a:buNone/>
            </a:pPr>
            <a:endParaRPr lang="da-DK" dirty="0"/>
          </a:p>
        </p:txBody>
      </p:sp>
      <p:pic>
        <p:nvPicPr>
          <p:cNvPr id="5" name="Picture Placeholder 4">
            <a:extLst>
              <a:ext uri="{FF2B5EF4-FFF2-40B4-BE49-F238E27FC236}">
                <a16:creationId xmlns:a16="http://schemas.microsoft.com/office/drawing/2014/main" id="{A318CDBB-5F8B-6957-6E31-E800EDB6A7C4}"/>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t="-34092" b="-34092"/>
          <a:stretch/>
        </p:blipFill>
        <p:spPr bwMode="auto">
          <a:xfrm>
            <a:off x="3607733" y="489220"/>
            <a:ext cx="4752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299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C3C8F-5883-3727-0F1E-D93C6A6D5650}"/>
              </a:ext>
            </a:extLst>
          </p:cNvPr>
          <p:cNvSpPr>
            <a:spLocks noGrp="1"/>
          </p:cNvSpPr>
          <p:nvPr>
            <p:ph type="title"/>
          </p:nvPr>
        </p:nvSpPr>
        <p:spPr/>
        <p:txBody>
          <a:bodyPr/>
          <a:lstStyle/>
          <a:p>
            <a:r>
              <a:rPr lang="da-DK" dirty="0"/>
              <a:t>Agenda</a:t>
            </a:r>
            <a:endParaRPr lang="en-DK" dirty="0"/>
          </a:p>
        </p:txBody>
      </p:sp>
      <p:sp>
        <p:nvSpPr>
          <p:cNvPr id="6" name="Text Placeholder 5">
            <a:extLst>
              <a:ext uri="{FF2B5EF4-FFF2-40B4-BE49-F238E27FC236}">
                <a16:creationId xmlns:a16="http://schemas.microsoft.com/office/drawing/2014/main" id="{2798F199-B72D-E27F-95F2-B0E9F5BE882F}"/>
              </a:ext>
            </a:extLst>
          </p:cNvPr>
          <p:cNvSpPr>
            <a:spLocks noGrp="1"/>
          </p:cNvSpPr>
          <p:nvPr>
            <p:ph type="body" sz="quarter" idx="12"/>
          </p:nvPr>
        </p:nvSpPr>
        <p:spPr/>
        <p:txBody>
          <a:bodyPr/>
          <a:lstStyle/>
          <a:p>
            <a:r>
              <a:rPr lang="da-DK" dirty="0" err="1"/>
              <a:t>Contractability</a:t>
            </a:r>
            <a:endParaRPr lang="da-DK" dirty="0"/>
          </a:p>
          <a:p>
            <a:r>
              <a:rPr lang="da-DK" dirty="0"/>
              <a:t>The </a:t>
            </a:r>
            <a:r>
              <a:rPr lang="da-DK" dirty="0" err="1"/>
              <a:t>cardiac</a:t>
            </a:r>
            <a:r>
              <a:rPr lang="da-DK" dirty="0"/>
              <a:t> </a:t>
            </a:r>
            <a:r>
              <a:rPr lang="da-DK" dirty="0" err="1"/>
              <a:t>function</a:t>
            </a:r>
            <a:endParaRPr lang="da-DK" dirty="0"/>
          </a:p>
          <a:p>
            <a:r>
              <a:rPr lang="da-DK" dirty="0" err="1"/>
              <a:t>Preload</a:t>
            </a:r>
            <a:r>
              <a:rPr lang="da-DK" dirty="0"/>
              <a:t> and </a:t>
            </a:r>
            <a:r>
              <a:rPr lang="da-DK" dirty="0" err="1"/>
              <a:t>afterload</a:t>
            </a:r>
            <a:endParaRPr lang="da-DK" dirty="0"/>
          </a:p>
          <a:p>
            <a:r>
              <a:rPr lang="da-DK" b="1" dirty="0" err="1"/>
              <a:t>Hemodynamics</a:t>
            </a:r>
            <a:endParaRPr lang="en-DK" b="1" dirty="0"/>
          </a:p>
        </p:txBody>
      </p:sp>
    </p:spTree>
    <p:extLst>
      <p:ext uri="{BB962C8B-B14F-4D97-AF65-F5344CB8AC3E}">
        <p14:creationId xmlns:p14="http://schemas.microsoft.com/office/powerpoint/2010/main" val="3358686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66C065-9BFE-42B5-8C40-9993AA9526C3}"/>
              </a:ext>
            </a:extLst>
          </p:cNvPr>
          <p:cNvSpPr>
            <a:spLocks noGrp="1"/>
          </p:cNvSpPr>
          <p:nvPr>
            <p:ph type="title"/>
          </p:nvPr>
        </p:nvSpPr>
        <p:spPr/>
        <p:txBody>
          <a:bodyPr/>
          <a:lstStyle/>
          <a:p>
            <a:r>
              <a:rPr lang="en-US" dirty="0"/>
              <a:t>Measuring Cardiac Output</a:t>
            </a:r>
            <a:br>
              <a:rPr lang="en-US" dirty="0"/>
            </a:br>
            <a:r>
              <a:rPr lang="en-US" dirty="0"/>
              <a:t>HISTORY TIME !</a:t>
            </a: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D803EFA-B9D2-4A5D-A8DE-9B2667609D27}"/>
                  </a:ext>
                </a:extLst>
              </p:cNvPr>
              <p:cNvSpPr>
                <a:spLocks noGrp="1"/>
              </p:cNvSpPr>
              <p:nvPr>
                <p:ph type="body" sz="quarter" idx="13"/>
              </p:nvPr>
            </p:nvSpPr>
            <p:spPr/>
            <p:txBody>
              <a:bodyPr>
                <a:normAutofit/>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𝑡</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𝑑𝑡</m:t>
                            </m:r>
                          </m:e>
                        </m:nary>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bar>
                          <m:barPr>
                            <m:pos m:val="top"/>
                            <m:ctrlPr>
                              <a:rPr lang="en-US" b="0" i="1" smtClean="0">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e>
                        </m:bar>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oMath>
                </a14:m>
                <a:endParaRPr lang="da-DK" dirty="0"/>
              </a:p>
              <a:p>
                <a:pPr lvl="1"/>
                <a14:m>
                  <m:oMath xmlns:m="http://schemas.openxmlformats.org/officeDocument/2006/math">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e>
                    </m:bar>
                  </m:oMath>
                </a14:m>
                <a:r>
                  <a:rPr lang="da-DK" dirty="0"/>
                  <a:t>: Average concentration</a:t>
                </a:r>
              </a:p>
              <a:p>
                <a:pPr lvl="1"/>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𝐻𝑅</m:t>
                    </m:r>
                    <m:r>
                      <a:rPr lang="en-US" b="0" i="1" smtClean="0">
                        <a:latin typeface="Cambria Math" panose="02040503050406030204" pitchFamily="18" charset="0"/>
                      </a:rPr>
                      <m:t>∗</m:t>
                    </m:r>
                    <m:r>
                      <a:rPr lang="en-US" b="0" i="1" smtClean="0">
                        <a:latin typeface="Cambria Math" panose="02040503050406030204" pitchFamily="18" charset="0"/>
                      </a:rPr>
                      <m:t>𝑑𝑡</m:t>
                    </m:r>
                  </m:oMath>
                </a14:m>
                <a:endParaRPr lang="da-DK" b="0" dirty="0"/>
              </a:p>
              <a:p>
                <a:pPr marL="338138" lvl="1" indent="0">
                  <a:buNone/>
                </a:pPr>
                <a:endParaRPr lang="da-DK" dirty="0"/>
              </a:p>
            </p:txBody>
          </p:sp>
        </mc:Choice>
        <mc:Fallback xmlns="">
          <p:sp>
            <p:nvSpPr>
              <p:cNvPr id="4" name="Text Placeholder 3">
                <a:extLst>
                  <a:ext uri="{FF2B5EF4-FFF2-40B4-BE49-F238E27FC236}">
                    <a16:creationId xmlns:a16="http://schemas.microsoft.com/office/drawing/2014/main" id="{5D803EFA-B9D2-4A5D-A8DE-9B2667609D27}"/>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06" t="-1195"/>
                </a:stretch>
              </a:blipFill>
            </p:spPr>
            <p:txBody>
              <a:bodyPr/>
              <a:lstStyle/>
              <a:p>
                <a:r>
                  <a:rPr lang="en-DK">
                    <a:noFill/>
                  </a:rPr>
                  <a:t> </a:t>
                </a:r>
              </a:p>
            </p:txBody>
          </p:sp>
        </mc:Fallback>
      </mc:AlternateContent>
      <p:pic>
        <p:nvPicPr>
          <p:cNvPr id="8" name="Picture Placeholder 10">
            <a:extLst>
              <a:ext uri="{FF2B5EF4-FFF2-40B4-BE49-F238E27FC236}">
                <a16:creationId xmlns:a16="http://schemas.microsoft.com/office/drawing/2014/main" id="{EFE100F8-A894-0965-B576-55041523C5BE}"/>
              </a:ext>
            </a:extLst>
          </p:cNvPr>
          <p:cNvPicPr>
            <a:picLocks noGrp="1" noChangeAspect="1"/>
          </p:cNvPicPr>
          <p:nvPr>
            <p:ph type="chart" sz="quarter" idx="12"/>
          </p:nvPr>
        </p:nvPicPr>
        <p:blipFill rotWithShape="1">
          <a:blip r:embed="rId4">
            <a:extLst>
              <a:ext uri="{28A0092B-C50C-407E-A947-70E740481C1C}">
                <a14:useLocalDpi xmlns:a14="http://schemas.microsoft.com/office/drawing/2010/main" val="0"/>
              </a:ext>
            </a:extLst>
          </a:blip>
          <a:srcRect t="-2073" b="-3669"/>
          <a:stretch/>
        </p:blipFill>
        <p:spPr>
          <a:xfrm>
            <a:off x="5769034" y="1721816"/>
            <a:ext cx="4474297" cy="4539179"/>
          </a:xfrm>
          <a:prstGeom prst="rect">
            <a:avLst/>
          </a:prstGeom>
          <a:noFill/>
        </p:spPr>
      </p:pic>
    </p:spTree>
    <p:extLst>
      <p:ext uri="{BB962C8B-B14F-4D97-AF65-F5344CB8AC3E}">
        <p14:creationId xmlns:p14="http://schemas.microsoft.com/office/powerpoint/2010/main" val="313234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E92AA-8988-4BE1-AB71-13AE5C3EDD80}"/>
              </a:ext>
            </a:extLst>
          </p:cNvPr>
          <p:cNvSpPr>
            <a:spLocks noGrp="1"/>
          </p:cNvSpPr>
          <p:nvPr>
            <p:ph type="title"/>
          </p:nvPr>
        </p:nvSpPr>
        <p:spPr/>
        <p:txBody>
          <a:bodyPr/>
          <a:lstStyle/>
          <a:p>
            <a:r>
              <a:rPr lang="en-US" dirty="0"/>
              <a:t>Hemodynamics</a:t>
            </a:r>
            <a:br>
              <a:rPr lang="en-US" dirty="0"/>
            </a:br>
            <a:r>
              <a:rPr lang="en-US" dirty="0"/>
              <a:t>relationships</a:t>
            </a:r>
            <a:endParaRPr lang="da-DK"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8AC3E2-893A-40F8-8505-3B6C9832B7EF}"/>
                  </a:ext>
                </a:extLst>
              </p:cNvPr>
              <p:cNvSpPr>
                <a:spLocks noGrp="1"/>
              </p:cNvSpPr>
              <p:nvPr>
                <p:ph type="body" sz="quarter" idx="12"/>
              </p:nvPr>
            </p:nvSpPr>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𝑄</m:t>
                          </m:r>
                        </m:e>
                      </m:acc>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0" smtClean="0">
                              <a:latin typeface="Cambria Math" panose="02040503050406030204" pitchFamily="18" charset="0"/>
                            </a:rPr>
                            <m:t>Δ</m:t>
                          </m:r>
                          <m:r>
                            <a:rPr lang="en-US" sz="2800" b="0" i="1" smtClean="0">
                              <a:latin typeface="Cambria Math" panose="02040503050406030204" pitchFamily="18" charset="0"/>
                            </a:rPr>
                            <m:t>𝑃</m:t>
                          </m:r>
                        </m:num>
                        <m:den>
                          <m:r>
                            <a:rPr lang="en-US" sz="2800" b="0" i="1" smtClean="0">
                              <a:latin typeface="Cambria Math" panose="02040503050406030204" pitchFamily="18" charset="0"/>
                            </a:rPr>
                            <m:t>𝑅</m:t>
                          </m:r>
                        </m:den>
                      </m:f>
                    </m:oMath>
                  </m:oMathPara>
                </a14:m>
                <a:endParaRPr lang="en-US" sz="2800" b="0" dirty="0"/>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Δ</m:t>
                      </m:r>
                      <m:r>
                        <a:rPr lang="en-US" sz="2800" b="0" i="1" smtClean="0">
                          <a:latin typeface="Cambria Math" panose="02040503050406030204" pitchFamily="18" charset="0"/>
                        </a:rPr>
                        <m:t>𝑃</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0" smtClean="0">
                              <a:latin typeface="Cambria Math" panose="02040503050406030204" pitchFamily="18" charset="0"/>
                            </a:rPr>
                            <m:t>Δ</m:t>
                          </m:r>
                          <m:r>
                            <a:rPr lang="en-US" sz="2800" b="0" i="1" smtClean="0">
                              <a:latin typeface="Cambria Math" panose="02040503050406030204" pitchFamily="18" charset="0"/>
                            </a:rPr>
                            <m:t>𝑉</m:t>
                          </m:r>
                        </m:num>
                        <m:den>
                          <m:r>
                            <a:rPr lang="en-US" sz="2800" b="0" i="1" smtClean="0">
                              <a:latin typeface="Cambria Math" panose="02040503050406030204" pitchFamily="18" charset="0"/>
                            </a:rPr>
                            <m:t>𝐶</m:t>
                          </m:r>
                        </m:den>
                      </m:f>
                    </m:oMath>
                  </m:oMathPara>
                </a14:m>
                <a:endParaRPr lang="da-DK" sz="2800" b="0" dirty="0"/>
              </a:p>
              <a:p>
                <a:pPr marL="0" indent="0">
                  <a:buNone/>
                </a:pPr>
                <a:r>
                  <a:rPr lang="da-DK" sz="2800" dirty="0"/>
                  <a:t>C: compliance</a:t>
                </a:r>
              </a:p>
              <a:p>
                <a:pPr marL="0" indent="0">
                  <a:buNone/>
                </a:pPr>
                <a14:m>
                  <m:oMathPara xmlns:m="http://schemas.openxmlformats.org/officeDocument/2006/math">
                    <m:oMathParaPr>
                      <m:jc m:val="centerGroup"/>
                    </m:oMathParaPr>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𝑣</m:t>
                          </m:r>
                        </m:e>
                      </m:acc>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𝑄</m:t>
                              </m:r>
                            </m:e>
                          </m:acc>
                        </m:num>
                        <m:den>
                          <m:r>
                            <a:rPr lang="en-US" sz="2800" b="0" i="1" smtClean="0">
                              <a:latin typeface="Cambria Math" panose="02040503050406030204" pitchFamily="18" charset="0"/>
                            </a:rPr>
                            <m:t>𝐴</m:t>
                          </m:r>
                        </m:den>
                      </m:f>
                    </m:oMath>
                  </m:oMathPara>
                </a14:m>
                <a:endParaRPr lang="en-US" sz="2800" b="0" dirty="0"/>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8</m:t>
                          </m:r>
                          <m:r>
                            <a:rPr lang="en-US" sz="2800" b="0" i="1" smtClean="0">
                              <a:latin typeface="Cambria Math" panose="02040503050406030204" pitchFamily="18" charset="0"/>
                            </a:rPr>
                            <m:t>𝜂</m:t>
                          </m:r>
                          <m:r>
                            <a:rPr lang="en-US" sz="2800" b="0" i="1" smtClean="0">
                              <a:latin typeface="Cambria Math" panose="02040503050406030204" pitchFamily="18" charset="0"/>
                            </a:rPr>
                            <m:t>𝑙</m:t>
                          </m:r>
                        </m:num>
                        <m:den>
                          <m:r>
                            <a:rPr lang="en-US" sz="2800" b="0" i="1" smtClean="0">
                              <a:latin typeface="Cambria Math" panose="02040503050406030204" pitchFamily="18" charset="0"/>
                            </a:rPr>
                            <m:t>𝜋</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𝑟</m:t>
                              </m:r>
                            </m:e>
                            <m:sup>
                              <m:r>
                                <a:rPr lang="en-US" sz="2800" b="0" i="1" smtClean="0">
                                  <a:latin typeface="Cambria Math" panose="02040503050406030204" pitchFamily="18" charset="0"/>
                                </a:rPr>
                                <m:t>4</m:t>
                              </m:r>
                            </m:sup>
                          </m:sSup>
                        </m:den>
                      </m:f>
                    </m:oMath>
                  </m:oMathPara>
                </a14:m>
                <a:endParaRPr lang="da-DK" sz="2800" dirty="0"/>
              </a:p>
            </p:txBody>
          </p:sp>
        </mc:Choice>
        <mc:Fallback xmlns="">
          <p:sp>
            <p:nvSpPr>
              <p:cNvPr id="3" name="Text Placeholder 2">
                <a:extLst>
                  <a:ext uri="{FF2B5EF4-FFF2-40B4-BE49-F238E27FC236}">
                    <a16:creationId xmlns:a16="http://schemas.microsoft.com/office/drawing/2014/main" id="{9D8AC3E2-893A-40F8-8505-3B6C9832B7EF}"/>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3723"/>
                </a:stretch>
              </a:blipFill>
            </p:spPr>
            <p:txBody>
              <a:bodyPr/>
              <a:lstStyle/>
              <a:p>
                <a:r>
                  <a:rPr lang="en-DK">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C69EBB5-8AF9-E9BD-5837-4F830AE89A33}"/>
                  </a:ext>
                </a:extLst>
              </p:cNvPr>
              <p:cNvSpPr>
                <a:spLocks noGrp="1"/>
              </p:cNvSpPr>
              <p:nvPr>
                <p:ph type="body" sz="quarter" idx="13"/>
              </p:nvPr>
            </p:nvSpPr>
            <p:spPr/>
            <p:txBody>
              <a:bodyPr>
                <a:normAutofit/>
              </a:bodyPr>
              <a:lstStyle/>
              <a:p>
                <a:r>
                  <a:rPr lang="en-US" sz="2400" dirty="0"/>
                  <a:t>Venous/Arterial ratio</a:t>
                </a:r>
              </a:p>
              <a:p>
                <a:pPr lvl="1"/>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𝑣</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𝐴</m:t>
                            </m:r>
                          </m:sub>
                        </m:sSub>
                      </m:den>
                    </m:f>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m:t>
                    </m:r>
                  </m:oMath>
                </a14:m>
                <a:r>
                  <a:rPr lang="da-DK" sz="2000" dirty="0"/>
                  <a:t> for humans</a:t>
                </a:r>
              </a:p>
              <a:p>
                <a:endParaRPr lang="en-DK" sz="2400" dirty="0"/>
              </a:p>
            </p:txBody>
          </p:sp>
        </mc:Choice>
        <mc:Fallback xmlns="">
          <p:sp>
            <p:nvSpPr>
              <p:cNvPr id="4" name="Text Placeholder 3">
                <a:extLst>
                  <a:ext uri="{FF2B5EF4-FFF2-40B4-BE49-F238E27FC236}">
                    <a16:creationId xmlns:a16="http://schemas.microsoft.com/office/drawing/2014/main" id="{1C69EBB5-8AF9-E9BD-5837-4F830AE89A33}"/>
                  </a:ext>
                </a:extLst>
              </p:cNvPr>
              <p:cNvSpPr>
                <a:spLocks noGrp="1" noRot="1" noChangeAspect="1" noMove="1" noResize="1" noEditPoints="1" noAdjustHandles="1" noChangeArrowheads="1" noChangeShapeType="1" noTextEdit="1"/>
              </p:cNvSpPr>
              <p:nvPr>
                <p:ph type="body" sz="quarter" idx="13"/>
              </p:nvPr>
            </p:nvSpPr>
            <p:spPr>
              <a:blipFill>
                <a:blip r:embed="rId4"/>
                <a:stretch>
                  <a:fillRect t="-329"/>
                </a:stretch>
              </a:blipFill>
            </p:spPr>
            <p:txBody>
              <a:bodyPr/>
              <a:lstStyle/>
              <a:p>
                <a:r>
                  <a:rPr lang="en-DK">
                    <a:noFill/>
                  </a:rPr>
                  <a:t> </a:t>
                </a:r>
              </a:p>
            </p:txBody>
          </p:sp>
        </mc:Fallback>
      </mc:AlternateContent>
    </p:spTree>
    <p:extLst>
      <p:ext uri="{BB962C8B-B14F-4D97-AF65-F5344CB8AC3E}">
        <p14:creationId xmlns:p14="http://schemas.microsoft.com/office/powerpoint/2010/main" val="3784425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6D0CFF-2F84-4DE9-88EA-D008E448973B}"/>
              </a:ext>
            </a:extLst>
          </p:cNvPr>
          <p:cNvSpPr>
            <a:spLocks noGrp="1"/>
          </p:cNvSpPr>
          <p:nvPr>
            <p:ph type="title"/>
          </p:nvPr>
        </p:nvSpPr>
        <p:spPr/>
        <p:txBody>
          <a:bodyPr/>
          <a:lstStyle/>
          <a:p>
            <a:r>
              <a:rPr lang="en-US" dirty="0"/>
              <a:t>End Pressure vs Lateral Pressure</a:t>
            </a: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5219E42-1017-4B0F-9902-20ABDB7525F5}"/>
                  </a:ext>
                </a:extLst>
              </p:cNvPr>
              <p:cNvSpPr>
                <a:spLocks noGrp="1"/>
              </p:cNvSpPr>
              <p:nvPr>
                <p:ph type="body" sz="quarter" idx="12"/>
              </p:nvPr>
            </p:nvSpPr>
            <p:spPr/>
            <p:txBody>
              <a:bodyPr/>
              <a:lstStyle/>
              <a:p>
                <a:r>
                  <a:rPr lang="en-US" b="0" dirty="0">
                    <a:latin typeface="Cambria Math" panose="02040503050406030204" pitchFamily="18" charset="0"/>
                  </a:rPr>
                  <a:t>Total mechanical energy</a:t>
                </a:r>
              </a:p>
              <a:p>
                <a:pPr marL="338138"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𝑃𝑉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𝜌</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𝜌</m:t>
                      </m:r>
                      <m:r>
                        <a:rPr lang="en-US" b="1" i="1" smtClean="0">
                          <a:latin typeface="Cambria Math" panose="02040503050406030204" pitchFamily="18" charset="0"/>
                        </a:rPr>
                        <m:t>𝒈</m:t>
                      </m:r>
                      <m:r>
                        <a:rPr lang="en-US" b="0" i="1" smtClean="0">
                          <a:latin typeface="Cambria Math" panose="02040503050406030204" pitchFamily="18" charset="0"/>
                        </a:rPr>
                        <m:t>h𝑉</m:t>
                      </m:r>
                    </m:oMath>
                  </m:oMathPara>
                </a14:m>
                <a:endParaRPr lang="en-US" b="0" dirty="0">
                  <a:latin typeface="Cambria Math" panose="02040503050406030204" pitchFamily="18" charset="0"/>
                </a:endParaRPr>
              </a:p>
              <a:p>
                <a:r>
                  <a:rPr lang="en-US" b="0" dirty="0">
                    <a:latin typeface="Cambria Math" panose="02040503050406030204" pitchFamily="18" charset="0"/>
                  </a:rPr>
                  <a:t>Equivalent Pressure</a:t>
                </a:r>
              </a:p>
              <a:p>
                <a:pPr marL="338138"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𝜌</m:t>
                      </m:r>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𝜌</m:t>
                      </m:r>
                      <m:r>
                        <a:rPr lang="en-US" b="1" i="1">
                          <a:latin typeface="Cambria Math" panose="02040503050406030204" pitchFamily="18" charset="0"/>
                        </a:rPr>
                        <m:t>𝒈</m:t>
                      </m:r>
                      <m:r>
                        <a:rPr lang="en-US" i="1">
                          <a:latin typeface="Cambria Math" panose="02040503050406030204" pitchFamily="18" charset="0"/>
                        </a:rPr>
                        <m:t>h</m:t>
                      </m:r>
                    </m:oMath>
                  </m:oMathPara>
                </a14:m>
                <a:endParaRPr lang="en-US" dirty="0">
                  <a:latin typeface="Cambria Math" panose="02040503050406030204" pitchFamily="18" charset="0"/>
                </a:endParaRPr>
              </a:p>
              <a:p>
                <a:pPr marL="0" indent="0">
                  <a:buNone/>
                </a:pPr>
                <a:endParaRPr lang="en-US" b="0" dirty="0">
                  <a:latin typeface="Cambria Math" panose="02040503050406030204" pitchFamily="18" charset="0"/>
                </a:endParaRPr>
              </a:p>
            </p:txBody>
          </p:sp>
        </mc:Choice>
        <mc:Fallback xmlns="">
          <p:sp>
            <p:nvSpPr>
              <p:cNvPr id="4" name="Text Placeholder 3">
                <a:extLst>
                  <a:ext uri="{FF2B5EF4-FFF2-40B4-BE49-F238E27FC236}">
                    <a16:creationId xmlns:a16="http://schemas.microsoft.com/office/drawing/2014/main" id="{85219E42-1017-4B0F-9902-20ABDB7525F5}"/>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112" t="-650"/>
                </a:stretch>
              </a:blipFill>
            </p:spPr>
            <p:txBody>
              <a:bodyPr/>
              <a:lstStyle/>
              <a:p>
                <a:r>
                  <a:rPr lang="en-DK">
                    <a:noFill/>
                  </a:rPr>
                  <a:t> </a:t>
                </a:r>
              </a:p>
            </p:txBody>
          </p:sp>
        </mc:Fallback>
      </mc:AlternateContent>
    </p:spTree>
    <p:extLst>
      <p:ext uri="{BB962C8B-B14F-4D97-AF65-F5344CB8AC3E}">
        <p14:creationId xmlns:p14="http://schemas.microsoft.com/office/powerpoint/2010/main" val="780421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A15C52D4-7C43-46C2-B186-7887574AF959}"/>
              </a:ext>
            </a:extLst>
          </p:cNvPr>
          <p:cNvPicPr>
            <a:picLocks noGrp="1" noChangeAspect="1" noChangeArrowheads="1"/>
          </p:cNvPicPr>
          <p:nvPr>
            <p:ph type="pic" sz="quarter" idx="11"/>
          </p:nvPr>
        </p:nvPicPr>
        <p:blipFill rotWithShape="1">
          <a:blip r:embed="rId2">
            <a:extLst>
              <a:ext uri="{28A0092B-C50C-407E-A947-70E740481C1C}">
                <a14:useLocalDpi xmlns:a14="http://schemas.microsoft.com/office/drawing/2010/main" val="0"/>
              </a:ext>
            </a:extLst>
          </a:blip>
          <a:srcRect t="-12032" b="-13740"/>
          <a:stretch/>
        </p:blipFill>
        <p:spPr bwMode="auto">
          <a:xfrm>
            <a:off x="2380177" y="2952750"/>
            <a:ext cx="6922688"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606D0CFF-2F84-4DE9-88EA-D008E448973B}"/>
              </a:ext>
            </a:extLst>
          </p:cNvPr>
          <p:cNvSpPr>
            <a:spLocks noGrp="1"/>
          </p:cNvSpPr>
          <p:nvPr>
            <p:ph type="title"/>
          </p:nvPr>
        </p:nvSpPr>
        <p:spPr/>
        <p:txBody>
          <a:bodyPr/>
          <a:lstStyle/>
          <a:p>
            <a:r>
              <a:rPr lang="en-US" dirty="0"/>
              <a:t>End Pressure vs Lateral Pressure</a:t>
            </a:r>
            <a:endParaRPr lang="da-DK"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5219E42-1017-4B0F-9902-20ABDB7525F5}"/>
                  </a:ext>
                </a:extLst>
              </p:cNvPr>
              <p:cNvSpPr>
                <a:spLocks noGrp="1"/>
              </p:cNvSpPr>
              <p:nvPr>
                <p:ph type="body" sz="quarter" idx="12"/>
              </p:nvPr>
            </p:nvSpPr>
            <p:spPr/>
            <p:txBody>
              <a:bodyPr/>
              <a:lstStyle/>
              <a:p>
                <a:r>
                  <a:rPr lang="en-US" b="0" dirty="0">
                    <a:latin typeface="Cambria Math" panose="02040503050406030204" pitchFamily="18" charset="0"/>
                  </a:rPr>
                  <a:t>The difference between End and Lateral Pressure is the kinetic component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𝐸𝑛𝑑</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𝐿𝑎𝑡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𝜌</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oMath>
                  </m:oMathPara>
                </a14:m>
                <a:endParaRPr lang="da-DK" dirty="0"/>
              </a:p>
            </p:txBody>
          </p:sp>
        </mc:Choice>
        <mc:Fallback xmlns="">
          <p:sp>
            <p:nvSpPr>
              <p:cNvPr id="4" name="Text Placeholder 3">
                <a:extLst>
                  <a:ext uri="{FF2B5EF4-FFF2-40B4-BE49-F238E27FC236}">
                    <a16:creationId xmlns:a16="http://schemas.microsoft.com/office/drawing/2014/main" id="{85219E42-1017-4B0F-9902-20ABDB7525F5}"/>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2" t="-650"/>
                </a:stretch>
              </a:blipFill>
            </p:spPr>
            <p:txBody>
              <a:bodyPr/>
              <a:lstStyle/>
              <a:p>
                <a:r>
                  <a:rPr lang="en-DK">
                    <a:noFill/>
                  </a:rPr>
                  <a:t> </a:t>
                </a:r>
              </a:p>
            </p:txBody>
          </p:sp>
        </mc:Fallback>
      </mc:AlternateContent>
    </p:spTree>
    <p:extLst>
      <p:ext uri="{BB962C8B-B14F-4D97-AF65-F5344CB8AC3E}">
        <p14:creationId xmlns:p14="http://schemas.microsoft.com/office/powerpoint/2010/main" val="3358184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E6A6F5-5CF5-4946-9767-41BDBD6500E5}"/>
              </a:ext>
            </a:extLst>
          </p:cNvPr>
          <p:cNvSpPr>
            <a:spLocks noGrp="1"/>
          </p:cNvSpPr>
          <p:nvPr>
            <p:ph type="title"/>
          </p:nvPr>
        </p:nvSpPr>
        <p:spPr/>
        <p:txBody>
          <a:bodyPr/>
          <a:lstStyle/>
          <a:p>
            <a:r>
              <a:rPr lang="en-US" dirty="0"/>
              <a:t>The Bernoulli Principle</a:t>
            </a:r>
            <a:endParaRPr lang="da-DK" dirty="0"/>
          </a:p>
        </p:txBody>
      </p:sp>
      <p:pic>
        <p:nvPicPr>
          <p:cNvPr id="5" name="Picture 4">
            <a:extLst>
              <a:ext uri="{FF2B5EF4-FFF2-40B4-BE49-F238E27FC236}">
                <a16:creationId xmlns:a16="http://schemas.microsoft.com/office/drawing/2014/main" id="{9D230786-6EBE-471C-BDCF-263EF379D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810" y="1768914"/>
            <a:ext cx="6152831" cy="3940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5244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10FC97-EA95-4EE2-8B50-7BBD2723B559}"/>
              </a:ext>
            </a:extLst>
          </p:cNvPr>
          <p:cNvSpPr>
            <a:spLocks noGrp="1"/>
          </p:cNvSpPr>
          <p:nvPr>
            <p:ph type="title"/>
          </p:nvPr>
        </p:nvSpPr>
        <p:spPr/>
        <p:txBody>
          <a:bodyPr/>
          <a:lstStyle/>
          <a:p>
            <a:r>
              <a:rPr lang="en-US" dirty="0"/>
              <a:t>Pulse Pressure</a:t>
            </a:r>
            <a:endParaRPr lang="da-DK" dirty="0"/>
          </a:p>
        </p:txBody>
      </p:sp>
      <p:pic>
        <p:nvPicPr>
          <p:cNvPr id="6" name="Picture 3">
            <a:extLst>
              <a:ext uri="{FF2B5EF4-FFF2-40B4-BE49-F238E27FC236}">
                <a16:creationId xmlns:a16="http://schemas.microsoft.com/office/drawing/2014/main" id="{F8FE1050-5CFA-4CB2-B4ED-A285CEF25618}"/>
              </a:ext>
            </a:extLst>
          </p:cNvPr>
          <p:cNvPicPr>
            <a:picLocks noGrp="1" noChangeAspect="1" noChangeArrowheads="1"/>
          </p:cNvPicPr>
          <p:nvPr>
            <p:ph type="chart" sz="quarter" idx="12"/>
          </p:nvPr>
        </p:nvPicPr>
        <p:blipFill rotWithShape="1">
          <a:blip r:embed="rId3">
            <a:extLst>
              <a:ext uri="{28A0092B-C50C-407E-A947-70E740481C1C}">
                <a14:useLocalDpi xmlns:a14="http://schemas.microsoft.com/office/drawing/2010/main" val="0"/>
              </a:ext>
            </a:extLst>
          </a:blip>
          <a:stretch/>
        </p:blipFill>
        <p:spPr bwMode="auto">
          <a:xfrm>
            <a:off x="5596929" y="2205038"/>
            <a:ext cx="6023572" cy="294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13CB557-1297-47BB-843F-0B3D7E520979}"/>
                  </a:ext>
                </a:extLst>
              </p:cNvPr>
              <p:cNvSpPr>
                <a:spLocks noGrp="1"/>
              </p:cNvSpPr>
              <p:nvPr>
                <p:ph type="body" sz="quarter" idx="13"/>
              </p:nvPr>
            </p:nvSpPr>
            <p:spPr/>
            <p:txBody>
              <a:bodyPr/>
              <a:lstStyle/>
              <a:p>
                <a:pPr marL="0" indent="0">
                  <a:buNone/>
                </a:pPr>
                <a14:m>
                  <m:oMathPara xmlns:m="http://schemas.openxmlformats.org/officeDocument/2006/math">
                    <m:oMathParaPr>
                      <m:jc m:val="centerGroup"/>
                    </m:oMathParaPr>
                    <m:oMath xmlns:m="http://schemas.openxmlformats.org/officeDocument/2006/math">
                      <m:r>
                        <m:rPr>
                          <m:sty m:val="p"/>
                        </m:rPr>
                        <a:rPr lang="en-US" b="0" i="0" dirty="0" smtClean="0">
                          <a:latin typeface="Cambria Math" panose="02040503050406030204" pitchFamily="18" charset="0"/>
                        </a:rPr>
                        <m:t>Δ</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𝑝𝑢𝑙𝑠𝑒</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𝑠𝑦𝑠</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𝑑𝑖𝑎</m:t>
                          </m:r>
                        </m:sub>
                      </m:sSub>
                    </m:oMath>
                  </m:oMathPara>
                </a14:m>
                <a:endParaRPr lang="da-DK"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sub>
                            <m:sup>
                              <m:sSub>
                                <m:sSubPr>
                                  <m:ctrlPr>
                                    <a:rPr lang="en-US" b="0"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2</m:t>
                                  </m:r>
                                </m:sub>
                              </m:sSub>
                            </m:sup>
                            <m:e>
                              <m:r>
                                <a:rPr lang="en-US" i="1">
                                  <a:latin typeface="Cambria Math" panose="02040503050406030204" pitchFamily="18" charset="0"/>
                                </a:rPr>
                                <m:t>𝑃</m:t>
                              </m:r>
                            </m:e>
                          </m:nary>
                          <m:r>
                            <a:rPr lang="en-US" i="1">
                              <a:latin typeface="Cambria Math" panose="02040503050406030204" pitchFamily="18" charset="0"/>
                            </a:rPr>
                            <m:t>𝑑𝑡</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den>
                      </m:f>
                      <m:limLow>
                        <m:limLowPr>
                          <m:ctrlPr>
                            <a:rPr lang="en-US" b="0" i="1" smtClean="0">
                              <a:latin typeface="Cambria Math" panose="02040503050406030204" pitchFamily="18" charset="0"/>
                            </a:rPr>
                          </m:ctrlPr>
                        </m:limLowPr>
                        <m:e>
                          <m:groupChr>
                            <m:groupChrPr>
                              <m:chr m:val="⏟"/>
                              <m:ctrlPr>
                                <a:rPr lang="en-US" b="0" i="1" smtClean="0">
                                  <a:latin typeface="Cambria Math" panose="02040503050406030204" pitchFamily="18" charset="0"/>
                                </a:rPr>
                              </m:ctrlPr>
                            </m:groupChrPr>
                            <m:e>
                              <m:r>
                                <a:rPr lang="en-US" b="0" i="1" smtClean="0">
                                  <a:latin typeface="Cambria Math" panose="02040503050406030204" pitchFamily="18" charset="0"/>
                                  <a:ea typeface="Cambria Math" panose="02040503050406030204" pitchFamily="18" charset="0"/>
                                </a:rPr>
                                <m:t>≈</m:t>
                              </m:r>
                            </m:e>
                          </m:groupChr>
                        </m:e>
                        <m:lim>
                          <m:r>
                            <a:rPr lang="en-US" b="0" i="1" smtClean="0">
                              <a:latin typeface="Cambria Math" panose="02040503050406030204" pitchFamily="18" charset="0"/>
                            </a:rPr>
                            <m:t>𝑟𝑢𝑙𝑒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𝑡h𝑢𝑚𝑏</m:t>
                          </m:r>
                        </m:lim>
                      </m:limLow>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𝑑𝑖𝑎</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Δ</m:t>
                          </m:r>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P</m:t>
                              </m:r>
                            </m:e>
                            <m:sub>
                              <m:r>
                                <m:rPr>
                                  <m:sty m:val="p"/>
                                </m:rPr>
                                <a:rPr lang="en-US" b="0" i="0" smtClean="0">
                                  <a:latin typeface="Cambria Math" panose="02040503050406030204" pitchFamily="18" charset="0"/>
                                  <a:ea typeface="Cambria Math" panose="02040503050406030204" pitchFamily="18" charset="0"/>
                                </a:rPr>
                                <m:t>pulse</m:t>
                              </m:r>
                            </m:sub>
                          </m:sSub>
                        </m:num>
                        <m:den>
                          <m:r>
                            <a:rPr lang="en-US" b="0" i="0" smtClean="0">
                              <a:latin typeface="Cambria Math" panose="02040503050406030204" pitchFamily="18" charset="0"/>
                              <a:ea typeface="Cambria Math" panose="02040503050406030204" pitchFamily="18" charset="0"/>
                            </a:rPr>
                            <m:t>3</m:t>
                          </m:r>
                        </m:den>
                      </m:f>
                    </m:oMath>
                  </m:oMathPara>
                </a14:m>
                <a:endParaRPr lang="en-US" b="0" i="1" dirty="0">
                  <a:latin typeface="Cambria Math" panose="02040503050406030204" pitchFamily="18" charset="0"/>
                  <a:ea typeface="Cambria Math" panose="02040503050406030204" pitchFamily="18" charset="0"/>
                </a:endParaRPr>
              </a:p>
            </p:txBody>
          </p:sp>
        </mc:Choice>
        <mc:Fallback xmlns="">
          <p:sp>
            <p:nvSpPr>
              <p:cNvPr id="4" name="Text Placeholder 3">
                <a:extLst>
                  <a:ext uri="{FF2B5EF4-FFF2-40B4-BE49-F238E27FC236}">
                    <a16:creationId xmlns:a16="http://schemas.microsoft.com/office/drawing/2014/main" id="{C13CB557-1297-47BB-843F-0B3D7E520979}"/>
                  </a:ext>
                </a:extLst>
              </p:cNvPr>
              <p:cNvSpPr>
                <a:spLocks noGrp="1" noRot="1" noChangeAspect="1" noMove="1" noResize="1" noEditPoints="1" noAdjustHandles="1" noChangeArrowheads="1" noChangeShapeType="1" noTextEdit="1"/>
              </p:cNvSpPr>
              <p:nvPr>
                <p:ph type="body" sz="quarter" idx="13"/>
              </p:nvPr>
            </p:nvSpPr>
            <p:spPr>
              <a:blipFill>
                <a:blip r:embed="rId4"/>
                <a:stretch>
                  <a:fillRect/>
                </a:stretch>
              </a:blipFill>
            </p:spPr>
            <p:txBody>
              <a:bodyPr/>
              <a:lstStyle/>
              <a:p>
                <a:r>
                  <a:rPr lang="en-DK">
                    <a:noFill/>
                  </a:rPr>
                  <a:t> </a:t>
                </a:r>
              </a:p>
            </p:txBody>
          </p:sp>
        </mc:Fallback>
      </mc:AlternateContent>
    </p:spTree>
    <p:extLst>
      <p:ext uri="{BB962C8B-B14F-4D97-AF65-F5344CB8AC3E}">
        <p14:creationId xmlns:p14="http://schemas.microsoft.com/office/powerpoint/2010/main" val="234187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373490-B6BD-4E78-8957-F65A987265A0}"/>
              </a:ext>
            </a:extLst>
          </p:cNvPr>
          <p:cNvSpPr>
            <a:spLocks noGrp="1"/>
          </p:cNvSpPr>
          <p:nvPr>
            <p:ph type="title"/>
          </p:nvPr>
        </p:nvSpPr>
        <p:spPr/>
        <p:txBody>
          <a:bodyPr/>
          <a:lstStyle/>
          <a:p>
            <a:r>
              <a:rPr lang="en-US" dirty="0"/>
              <a:t>Pulse pressure and stroke volume</a:t>
            </a:r>
            <a:endParaRPr lang="da-DK" dirty="0"/>
          </a:p>
        </p:txBody>
      </p:sp>
      <p:pic>
        <p:nvPicPr>
          <p:cNvPr id="5" name="Picture 4">
            <a:extLst>
              <a:ext uri="{FF2B5EF4-FFF2-40B4-BE49-F238E27FC236}">
                <a16:creationId xmlns:a16="http://schemas.microsoft.com/office/drawing/2014/main" id="{B0025519-ACB6-4EDC-8534-EEA9B1CED1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526" y="2250293"/>
            <a:ext cx="6427402" cy="30900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87CC3CD-280E-4D6F-885F-0975DEF797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2264" y="2299892"/>
            <a:ext cx="3271667" cy="304041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C93031-BE11-4AC0-A97C-D9A1095B942C}"/>
                  </a:ext>
                </a:extLst>
              </p:cNvPr>
              <p:cNvSpPr txBox="1"/>
              <p:nvPr/>
            </p:nvSpPr>
            <p:spPr>
              <a:xfrm>
                <a:off x="1171754" y="5460086"/>
                <a:ext cx="2931011" cy="434176"/>
              </a:xfrm>
              <a:prstGeom prst="rect">
                <a:avLst/>
              </a:prstGeom>
              <a:effectLst/>
            </p:spPr>
            <p:txBody>
              <a:bodyPr vert="horz" wrap="square" lIns="0" tIns="0" rIns="0" bIns="0" rtlCol="0" anchor="t" anchorCtr="0">
                <a:noAutofit/>
              </a:bodyPr>
              <a:lstStyle/>
              <a:p>
                <a:r>
                  <a:rPr lang="en-US" dirty="0"/>
                  <a:t>Stroke Volume increase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𝑠𝑦𝑠</m:t>
                        </m:r>
                      </m:sub>
                    </m:sSub>
                  </m:oMath>
                </a14:m>
                <a:endParaRPr lang="da-DK" dirty="0"/>
              </a:p>
            </p:txBody>
          </p:sp>
        </mc:Choice>
        <mc:Fallback xmlns="">
          <p:sp>
            <p:nvSpPr>
              <p:cNvPr id="7" name="TextBox 6">
                <a:extLst>
                  <a:ext uri="{FF2B5EF4-FFF2-40B4-BE49-F238E27FC236}">
                    <a16:creationId xmlns:a16="http://schemas.microsoft.com/office/drawing/2014/main" id="{37C93031-BE11-4AC0-A97C-D9A1095B942C}"/>
                  </a:ext>
                </a:extLst>
              </p:cNvPr>
              <p:cNvSpPr txBox="1">
                <a:spLocks noRot="1" noChangeAspect="1" noMove="1" noResize="1" noEditPoints="1" noAdjustHandles="1" noChangeArrowheads="1" noChangeShapeType="1" noTextEdit="1"/>
              </p:cNvSpPr>
              <p:nvPr/>
            </p:nvSpPr>
            <p:spPr>
              <a:xfrm>
                <a:off x="1171754" y="5460086"/>
                <a:ext cx="2931011" cy="434176"/>
              </a:xfrm>
              <a:prstGeom prst="rect">
                <a:avLst/>
              </a:prstGeom>
              <a:blipFill>
                <a:blip r:embed="rId5"/>
                <a:stretch>
                  <a:fillRect l="-4782" t="-18310"/>
                </a:stretch>
              </a:blipFill>
              <a:effectLst/>
            </p:spPr>
            <p:txBody>
              <a:bodyPr/>
              <a:lstStyle/>
              <a:p>
                <a:r>
                  <a:rPr lang="da-DK">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0BD5944-F3B6-47EA-A0AF-A3E7956CACED}"/>
                  </a:ext>
                </a:extLst>
              </p:cNvPr>
              <p:cNvSpPr txBox="1"/>
              <p:nvPr/>
            </p:nvSpPr>
            <p:spPr>
              <a:xfrm>
                <a:off x="4500734" y="5447887"/>
                <a:ext cx="3087194" cy="434176"/>
              </a:xfrm>
              <a:prstGeom prst="rect">
                <a:avLst/>
              </a:prstGeom>
              <a:effectLst/>
            </p:spPr>
            <p:txBody>
              <a:bodyPr vert="horz" wrap="square" lIns="0" tIns="0" rIns="0" bIns="0" rtlCol="0" anchor="t" anchorCtr="0">
                <a:noAutofit/>
              </a:bodyPr>
              <a:lstStyle/>
              <a:p>
                <a:r>
                  <a:rPr lang="en-US" dirty="0"/>
                  <a:t>Arterial pressure increase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𝑠𝑦𝑠</m:t>
                        </m:r>
                      </m:sub>
                    </m:sSub>
                  </m:oMath>
                </a14:m>
                <a:r>
                  <a:rPr lang="da-DK" dirty="0"/>
                  <a:t> more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𝑑𝑖𝑎</m:t>
                        </m:r>
                      </m:sub>
                    </m:sSub>
                  </m:oMath>
                </a14:m>
                <a:endParaRPr lang="da-DK" dirty="0"/>
              </a:p>
            </p:txBody>
          </p:sp>
        </mc:Choice>
        <mc:Fallback xmlns="">
          <p:sp>
            <p:nvSpPr>
              <p:cNvPr id="8" name="TextBox 7">
                <a:extLst>
                  <a:ext uri="{FF2B5EF4-FFF2-40B4-BE49-F238E27FC236}">
                    <a16:creationId xmlns:a16="http://schemas.microsoft.com/office/drawing/2014/main" id="{B0BD5944-F3B6-47EA-A0AF-A3E7956CACED}"/>
                  </a:ext>
                </a:extLst>
              </p:cNvPr>
              <p:cNvSpPr txBox="1">
                <a:spLocks noRot="1" noChangeAspect="1" noMove="1" noResize="1" noEditPoints="1" noAdjustHandles="1" noChangeArrowheads="1" noChangeShapeType="1" noTextEdit="1"/>
              </p:cNvSpPr>
              <p:nvPr/>
            </p:nvSpPr>
            <p:spPr>
              <a:xfrm>
                <a:off x="4500734" y="5447887"/>
                <a:ext cx="3087194" cy="434176"/>
              </a:xfrm>
              <a:prstGeom prst="rect">
                <a:avLst/>
              </a:prstGeom>
              <a:blipFill>
                <a:blip r:embed="rId6"/>
                <a:stretch>
                  <a:fillRect l="-4536" t="-18310" b="-64789"/>
                </a:stretch>
              </a:blipFill>
              <a:effectLst/>
            </p:spPr>
            <p:txBody>
              <a:bodyPr/>
              <a:lstStyle/>
              <a:p>
                <a:r>
                  <a:rPr lang="da-DK">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5F3640F-88AE-4200-95E0-F2B273DFA9E9}"/>
                  </a:ext>
                </a:extLst>
              </p:cNvPr>
              <p:cNvSpPr txBox="1"/>
              <p:nvPr/>
            </p:nvSpPr>
            <p:spPr>
              <a:xfrm>
                <a:off x="7861703" y="5442966"/>
                <a:ext cx="2664259" cy="434176"/>
              </a:xfrm>
              <a:prstGeom prst="rect">
                <a:avLst/>
              </a:prstGeom>
              <a:effectLst/>
            </p:spPr>
            <p:txBody>
              <a:bodyPr vert="horz" wrap="square" lIns="0" tIns="0" rIns="0" bIns="0" rtlCol="0" anchor="t" anchorCtr="0">
                <a:noAutofit/>
              </a:bodyPr>
              <a:lstStyle/>
              <a:p>
                <a:r>
                  <a:rPr lang="en-US" dirty="0"/>
                  <a:t>Compliance increases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𝑃</m:t>
                    </m:r>
                  </m:oMath>
                </a14:m>
                <a:r>
                  <a:rPr lang="da-DK" dirty="0"/>
                  <a:t> non-linear</a:t>
                </a:r>
              </a:p>
            </p:txBody>
          </p:sp>
        </mc:Choice>
        <mc:Fallback xmlns="">
          <p:sp>
            <p:nvSpPr>
              <p:cNvPr id="9" name="TextBox 8">
                <a:extLst>
                  <a:ext uri="{FF2B5EF4-FFF2-40B4-BE49-F238E27FC236}">
                    <a16:creationId xmlns:a16="http://schemas.microsoft.com/office/drawing/2014/main" id="{D5F3640F-88AE-4200-95E0-F2B273DFA9E9}"/>
                  </a:ext>
                </a:extLst>
              </p:cNvPr>
              <p:cNvSpPr txBox="1">
                <a:spLocks noRot="1" noChangeAspect="1" noMove="1" noResize="1" noEditPoints="1" noAdjustHandles="1" noChangeArrowheads="1" noChangeShapeType="1" noTextEdit="1"/>
              </p:cNvSpPr>
              <p:nvPr/>
            </p:nvSpPr>
            <p:spPr>
              <a:xfrm>
                <a:off x="7861703" y="5442966"/>
                <a:ext cx="2664259" cy="434176"/>
              </a:xfrm>
              <a:prstGeom prst="rect">
                <a:avLst/>
              </a:prstGeom>
              <a:blipFill>
                <a:blip r:embed="rId7"/>
                <a:stretch>
                  <a:fillRect l="-5492" t="-18310" r="-458" b="-59155"/>
                </a:stretch>
              </a:blipFill>
              <a:effectLst/>
            </p:spPr>
            <p:txBody>
              <a:bodyPr/>
              <a:lstStyle/>
              <a:p>
                <a:r>
                  <a:rPr lang="da-DK">
                    <a:noFill/>
                  </a:rPr>
                  <a:t> </a:t>
                </a:r>
              </a:p>
            </p:txBody>
          </p:sp>
        </mc:Fallback>
      </mc:AlternateContent>
      <p:cxnSp>
        <p:nvCxnSpPr>
          <p:cNvPr id="10" name="Straight Arrow Connector 9">
            <a:extLst>
              <a:ext uri="{FF2B5EF4-FFF2-40B4-BE49-F238E27FC236}">
                <a16:creationId xmlns:a16="http://schemas.microsoft.com/office/drawing/2014/main" id="{246ED6CF-CD11-FFBE-F682-92257666C774}"/>
              </a:ext>
            </a:extLst>
          </p:cNvPr>
          <p:cNvCxnSpPr/>
          <p:nvPr/>
        </p:nvCxnSpPr>
        <p:spPr>
          <a:xfrm flipH="1" flipV="1">
            <a:off x="4279392" y="4264762"/>
            <a:ext cx="94835" cy="62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53DADDC-8517-4CBE-BB90-F1E49C832359}"/>
              </a:ext>
            </a:extLst>
          </p:cNvPr>
          <p:cNvCxnSpPr/>
          <p:nvPr/>
        </p:nvCxnSpPr>
        <p:spPr>
          <a:xfrm flipH="1" flipV="1">
            <a:off x="7462600" y="4264762"/>
            <a:ext cx="94835" cy="62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25DF05F-AFC7-6052-18FC-98C6F6867B8E}"/>
              </a:ext>
            </a:extLst>
          </p:cNvPr>
          <p:cNvCxnSpPr/>
          <p:nvPr/>
        </p:nvCxnSpPr>
        <p:spPr>
          <a:xfrm flipH="1" flipV="1">
            <a:off x="10730626" y="4212336"/>
            <a:ext cx="94835" cy="62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BF3DC83-500C-56C7-0D41-2BBE78971E0C}"/>
              </a:ext>
            </a:extLst>
          </p:cNvPr>
          <p:cNvCxnSpPr>
            <a:cxnSpLocks/>
          </p:cNvCxnSpPr>
          <p:nvPr/>
        </p:nvCxnSpPr>
        <p:spPr>
          <a:xfrm flipV="1">
            <a:off x="10825461" y="3443003"/>
            <a:ext cx="51052" cy="1391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5923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6AC9C4-F168-4704-BB67-456232400DE9}"/>
              </a:ext>
            </a:extLst>
          </p:cNvPr>
          <p:cNvSpPr>
            <a:spLocks noGrp="1"/>
          </p:cNvSpPr>
          <p:nvPr>
            <p:ph type="title"/>
          </p:nvPr>
        </p:nvSpPr>
        <p:spPr/>
        <p:txBody>
          <a:bodyPr/>
          <a:lstStyle/>
          <a:p>
            <a:r>
              <a:rPr lang="en-US" dirty="0"/>
              <a:t>Poiseuille’s Law for approximating flow</a:t>
            </a:r>
            <a:endParaRPr lang="da-DK" dirty="0"/>
          </a:p>
        </p:txBody>
      </p:sp>
      <p:pic>
        <p:nvPicPr>
          <p:cNvPr id="18" name="Picture 4">
            <a:extLst>
              <a:ext uri="{FF2B5EF4-FFF2-40B4-BE49-F238E27FC236}">
                <a16:creationId xmlns:a16="http://schemas.microsoft.com/office/drawing/2014/main" id="{0FA1DD9D-104A-405D-9CAE-E79870CCB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3129" y="2059912"/>
            <a:ext cx="6145297" cy="34753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28E9EA0-8676-A69E-989C-34850C96A9DF}"/>
                  </a:ext>
                </a:extLst>
              </p:cNvPr>
              <p:cNvSpPr>
                <a:spLocks noGrp="1"/>
              </p:cNvSpPr>
              <p:nvPr>
                <p:ph type="body" sz="quarter" idx="12"/>
              </p:nvPr>
            </p:nvSpPr>
            <p:spPr>
              <a:xfrm>
                <a:off x="766763" y="2205038"/>
                <a:ext cx="4795837" cy="375211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𝑄</m:t>
                          </m:r>
                        </m:e>
                      </m:acc>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𝜋</m:t>
                          </m:r>
                          <m:r>
                            <a:rPr lang="en-US" i="1" smtClean="0">
                              <a:latin typeface="Cambria Math" panose="02040503050406030204" pitchFamily="18" charset="0"/>
                            </a:rPr>
                            <m:t> </m:t>
                          </m:r>
                          <m:sSup>
                            <m:sSupPr>
                              <m:ctrlPr>
                                <a:rPr lang="en-US" i="1" smtClean="0">
                                  <a:latin typeface="Cambria Math" panose="02040503050406030204" pitchFamily="18" charset="0"/>
                                </a:rPr>
                              </m:ctrlPr>
                            </m:sSupPr>
                            <m:e>
                              <m:r>
                                <a:rPr lang="en-US" i="1" smtClean="0">
                                  <a:latin typeface="Cambria Math" panose="02040503050406030204" pitchFamily="18" charset="0"/>
                                </a:rPr>
                                <m:t>𝑎</m:t>
                              </m:r>
                            </m:e>
                            <m:sup>
                              <m:r>
                                <a:rPr lang="en-US" i="1" smtClean="0">
                                  <a:latin typeface="Cambria Math" panose="02040503050406030204" pitchFamily="18" charset="0"/>
                                </a:rPr>
                                <m:t>4</m:t>
                              </m:r>
                            </m:sup>
                          </m:sSup>
                          <m:r>
                            <a:rPr lang="en-US" i="1" smtClean="0">
                              <a:latin typeface="Cambria Math" panose="02040503050406030204" pitchFamily="18" charset="0"/>
                            </a:rPr>
                            <m:t> </m:t>
                          </m:r>
                          <m:r>
                            <m:rPr>
                              <m:sty m:val="p"/>
                            </m:rPr>
                            <a:rPr lang="en-US" smtClean="0">
                              <a:latin typeface="Cambria Math" panose="02040503050406030204" pitchFamily="18" charset="0"/>
                            </a:rPr>
                            <m:t>Δ</m:t>
                          </m:r>
                          <m:r>
                            <a:rPr lang="en-US" i="1" smtClean="0">
                              <a:latin typeface="Cambria Math" panose="02040503050406030204" pitchFamily="18" charset="0"/>
                            </a:rPr>
                            <m:t>𝑃</m:t>
                          </m:r>
                        </m:num>
                        <m:den>
                          <m:r>
                            <a:rPr lang="en-US" i="1" smtClean="0">
                              <a:latin typeface="Cambria Math" panose="02040503050406030204" pitchFamily="18" charset="0"/>
                            </a:rPr>
                            <m:t>8 </m:t>
                          </m:r>
                          <m:r>
                            <a:rPr lang="en-US" i="1" smtClean="0">
                              <a:latin typeface="Cambria Math" panose="02040503050406030204" pitchFamily="18" charset="0"/>
                            </a:rPr>
                            <m:t>𝜂</m:t>
                          </m:r>
                          <m:r>
                            <a:rPr lang="en-US" i="1" smtClean="0">
                              <a:latin typeface="Cambria Math" panose="02040503050406030204" pitchFamily="18" charset="0"/>
                            </a:rPr>
                            <m:t> </m:t>
                          </m:r>
                          <m:r>
                            <a:rPr lang="en-US" i="1" smtClean="0">
                              <a:latin typeface="Cambria Math" panose="02040503050406030204" pitchFamily="18" charset="0"/>
                            </a:rPr>
                            <m:t>𝑙</m:t>
                          </m:r>
                        </m:den>
                      </m:f>
                    </m:oMath>
                  </m:oMathPara>
                </a14:m>
                <a:endParaRPr lang="en-US" dirty="0"/>
              </a:p>
              <a:p>
                <a:r>
                  <a:rPr lang="da-DK" dirty="0" err="1"/>
                  <a:t>Assumptions</a:t>
                </a:r>
                <a:endParaRPr lang="da-DK" dirty="0"/>
              </a:p>
              <a:p>
                <a:pPr lvl="1"/>
                <a:r>
                  <a:rPr lang="en-US" altLang="da-DK" dirty="0">
                    <a:solidFill>
                      <a:srgbClr val="00B050"/>
                    </a:solidFill>
                  </a:rPr>
                  <a:t>the fluid is Newtonian (viscosity is independent of shear rate) (Larger vessels)</a:t>
                </a:r>
              </a:p>
              <a:p>
                <a:pPr lvl="1"/>
                <a:r>
                  <a:rPr lang="en-US" altLang="da-DK" dirty="0">
                    <a:solidFill>
                      <a:srgbClr val="00B050"/>
                    </a:solidFill>
                  </a:rPr>
                  <a:t>flow is laminar (For larger vessels)</a:t>
                </a:r>
              </a:p>
              <a:p>
                <a:pPr lvl="1"/>
                <a:r>
                  <a:rPr lang="en-US" altLang="da-DK" dirty="0">
                    <a:solidFill>
                      <a:srgbClr val="00B050"/>
                    </a:solidFill>
                  </a:rPr>
                  <a:t>no “slippage” at the walls</a:t>
                </a:r>
              </a:p>
              <a:p>
                <a:pPr lvl="1"/>
                <a:r>
                  <a:rPr lang="en-US" altLang="da-DK" dirty="0">
                    <a:solidFill>
                      <a:srgbClr val="00B050"/>
                    </a:solidFill>
                  </a:rPr>
                  <a:t>the tube is long compared to the entrance length</a:t>
                </a:r>
              </a:p>
              <a:p>
                <a:pPr lvl="1"/>
                <a:r>
                  <a:rPr lang="en-US" altLang="da-DK" dirty="0">
                    <a:solidFill>
                      <a:srgbClr val="DF6752"/>
                    </a:solidFill>
                  </a:rPr>
                  <a:t>tube is cylindrical with circular cross section, parallel walls</a:t>
                </a:r>
              </a:p>
              <a:p>
                <a:pPr lvl="1"/>
                <a:r>
                  <a:rPr lang="en-US" altLang="da-DK" dirty="0">
                    <a:solidFill>
                      <a:srgbClr val="DF6752"/>
                    </a:solidFill>
                  </a:rPr>
                  <a:t>the walls of the tube are rigid</a:t>
                </a:r>
              </a:p>
              <a:p>
                <a:pPr lvl="1"/>
                <a:r>
                  <a:rPr lang="en-US" altLang="da-DK" dirty="0">
                    <a:solidFill>
                      <a:srgbClr val="DF6752"/>
                    </a:solidFill>
                  </a:rPr>
                  <a:t>steady flow</a:t>
                </a:r>
              </a:p>
              <a:p>
                <a:pPr marL="0" indent="0">
                  <a:buNone/>
                </a:pPr>
                <a:endParaRPr lang="da-DK" dirty="0"/>
              </a:p>
              <a:p>
                <a:endParaRPr lang="en-DK" dirty="0"/>
              </a:p>
            </p:txBody>
          </p:sp>
        </mc:Choice>
        <mc:Fallback xmlns="">
          <p:sp>
            <p:nvSpPr>
              <p:cNvPr id="4" name="Text Placeholder 3">
                <a:extLst>
                  <a:ext uri="{FF2B5EF4-FFF2-40B4-BE49-F238E27FC236}">
                    <a16:creationId xmlns:a16="http://schemas.microsoft.com/office/drawing/2014/main" id="{328E9EA0-8676-A69E-989C-34850C96A9DF}"/>
                  </a:ext>
                </a:extLst>
              </p:cNvPr>
              <p:cNvSpPr>
                <a:spLocks noGrp="1" noRot="1" noChangeAspect="1" noMove="1" noResize="1" noEditPoints="1" noAdjustHandles="1" noChangeArrowheads="1" noChangeShapeType="1" noTextEdit="1"/>
              </p:cNvSpPr>
              <p:nvPr>
                <p:ph type="body" sz="quarter" idx="12"/>
              </p:nvPr>
            </p:nvSpPr>
            <p:spPr>
              <a:xfrm>
                <a:off x="766763" y="2205038"/>
                <a:ext cx="4795837" cy="3752115"/>
              </a:xfrm>
              <a:blipFill>
                <a:blip r:embed="rId4"/>
                <a:stretch>
                  <a:fillRect l="-127" r="-1525"/>
                </a:stretch>
              </a:blipFill>
            </p:spPr>
            <p:txBody>
              <a:bodyPr/>
              <a:lstStyle/>
              <a:p>
                <a:r>
                  <a:rPr lang="en-DK">
                    <a:noFill/>
                  </a:rPr>
                  <a:t> </a:t>
                </a:r>
              </a:p>
            </p:txBody>
          </p:sp>
        </mc:Fallback>
      </mc:AlternateContent>
    </p:spTree>
    <p:extLst>
      <p:ext uri="{BB962C8B-B14F-4D97-AF65-F5344CB8AC3E}">
        <p14:creationId xmlns:p14="http://schemas.microsoft.com/office/powerpoint/2010/main" val="758675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6AC9C4-F168-4704-BB67-456232400DE9}"/>
              </a:ext>
            </a:extLst>
          </p:cNvPr>
          <p:cNvSpPr>
            <a:spLocks noGrp="1"/>
          </p:cNvSpPr>
          <p:nvPr>
            <p:ph type="title"/>
          </p:nvPr>
        </p:nvSpPr>
        <p:spPr/>
        <p:txBody>
          <a:bodyPr/>
          <a:lstStyle/>
          <a:p>
            <a:r>
              <a:rPr lang="en-US" dirty="0"/>
              <a:t>Poiseuille’s Law for approximating flow</a:t>
            </a:r>
            <a:endParaRPr lang="da-DK" dirty="0"/>
          </a:p>
        </p:txBody>
      </p:sp>
      <p:sp>
        <p:nvSpPr>
          <p:cNvPr id="2" name="Chart Placeholder 1">
            <a:extLst>
              <a:ext uri="{FF2B5EF4-FFF2-40B4-BE49-F238E27FC236}">
                <a16:creationId xmlns:a16="http://schemas.microsoft.com/office/drawing/2014/main" id="{AF5B2050-5C76-2215-27AE-C284A20665E5}"/>
              </a:ext>
            </a:extLst>
          </p:cNvPr>
          <p:cNvSpPr>
            <a:spLocks noGrp="1"/>
          </p:cNvSpPr>
          <p:nvPr>
            <p:ph type="chart" sz="quarter" idx="12"/>
          </p:nvPr>
        </p:nvSpPr>
        <p:spPr/>
        <p:txBody>
          <a:bodyPr/>
          <a:lstStyle/>
          <a:p>
            <a:endParaRPr lang="en-DK"/>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F464E9A-A5FE-51D5-F84A-BBD19A0363C3}"/>
                  </a:ext>
                </a:extLst>
              </p:cNvPr>
              <p:cNvSpPr>
                <a:spLocks noGrp="1"/>
              </p:cNvSpPr>
              <p:nvPr>
                <p:ph type="body" sz="quarter" idx="13"/>
              </p:nvPr>
            </p:nvSpPr>
            <p:spPr/>
            <p:txBody>
              <a:bodyPr/>
              <a:lstStyle/>
              <a:p>
                <a:pPr marL="0" indent="0">
                  <a:buNone/>
                </a:pPr>
                <a:r>
                  <a:rPr lang="en-US" dirty="0">
                    <a:latin typeface="Cambria Math" panose="02040503050406030204" pitchFamily="18" charset="0"/>
                  </a:rPr>
                  <a:t>Velocity Profile</a:t>
                </a:r>
              </a:p>
              <a:p>
                <a14:m>
                  <m:oMath xmlns:m="http://schemas.openxmlformats.org/officeDocument/2006/math">
                    <m:r>
                      <a:rPr lang="en-US"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𝑣</m:t>
                        </m:r>
                      </m:e>
                      <m:sub>
                        <m:r>
                          <a:rPr lang="en-US" i="1" smtClean="0">
                            <a:latin typeface="Cambria Math" panose="02040503050406030204" pitchFamily="18" charset="0"/>
                          </a:rPr>
                          <m:t>𝑚𝑎𝑥</m:t>
                        </m:r>
                      </m:sub>
                    </m:sSub>
                    <m:r>
                      <a:rPr lang="en-US" i="1" smtClean="0">
                        <a:latin typeface="Cambria Math" panose="02040503050406030204" pitchFamily="18" charset="0"/>
                      </a:rPr>
                      <m:t>(1−</m:t>
                    </m:r>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num>
                      <m:den>
                        <m:sSup>
                          <m:sSupPr>
                            <m:ctrlPr>
                              <a:rPr lang="en-US" i="1" smtClean="0">
                                <a:latin typeface="Cambria Math" panose="02040503050406030204" pitchFamily="18" charset="0"/>
                              </a:rPr>
                            </m:ctrlPr>
                          </m:sSupPr>
                          <m:e>
                            <m:r>
                              <a:rPr lang="en-US" i="1" smtClean="0">
                                <a:latin typeface="Cambria Math" panose="02040503050406030204" pitchFamily="18" charset="0"/>
                              </a:rPr>
                              <m:t>𝑎</m:t>
                            </m:r>
                          </m:e>
                          <m:sup>
                            <m:r>
                              <a:rPr lang="en-US" i="1" smtClean="0">
                                <a:latin typeface="Cambria Math" panose="02040503050406030204" pitchFamily="18" charset="0"/>
                              </a:rPr>
                              <m:t>2</m:t>
                            </m:r>
                          </m:sup>
                        </m:sSup>
                      </m:den>
                    </m:f>
                    <m:r>
                      <a:rPr lang="en-US" i="1" smtClean="0">
                        <a:latin typeface="Cambria Math" panose="02040503050406030204" pitchFamily="18" charset="0"/>
                      </a:rPr>
                      <m:t>)</m:t>
                    </m:r>
                  </m:oMath>
                </a14:m>
                <a:endParaRPr lang="da-DK" dirty="0"/>
              </a:p>
              <a:p>
                <a:pPr lvl="2"/>
                <a:r>
                  <a:rPr lang="da-DK" dirty="0"/>
                  <a:t>r is distance from center of tube</a:t>
                </a:r>
              </a:p>
              <a:p>
                <a:pPr lvl="2"/>
                <a:r>
                  <a:rPr lang="da-DK" dirty="0"/>
                  <a:t>a is diameter of tube 	</a:t>
                </a:r>
              </a:p>
              <a:p>
                <a:endParaRPr lang="en-DK" dirty="0"/>
              </a:p>
            </p:txBody>
          </p:sp>
        </mc:Choice>
        <mc:Fallback xmlns="">
          <p:sp>
            <p:nvSpPr>
              <p:cNvPr id="4" name="Text Placeholder 3">
                <a:extLst>
                  <a:ext uri="{FF2B5EF4-FFF2-40B4-BE49-F238E27FC236}">
                    <a16:creationId xmlns:a16="http://schemas.microsoft.com/office/drawing/2014/main" id="{7F464E9A-A5FE-51D5-F84A-BBD19A0363C3}"/>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2229"/>
                </a:stretch>
              </a:blipFill>
            </p:spPr>
            <p:txBody>
              <a:bodyPr/>
              <a:lstStyle/>
              <a:p>
                <a:r>
                  <a:rPr lang="en-DK">
                    <a:noFill/>
                  </a:rPr>
                  <a:t> </a:t>
                </a:r>
              </a:p>
            </p:txBody>
          </p:sp>
        </mc:Fallback>
      </mc:AlternateContent>
      <p:pic>
        <p:nvPicPr>
          <p:cNvPr id="5" name="Picture 6">
            <a:extLst>
              <a:ext uri="{FF2B5EF4-FFF2-40B4-BE49-F238E27FC236}">
                <a16:creationId xmlns:a16="http://schemas.microsoft.com/office/drawing/2014/main" id="{A5E16757-070B-4D15-86E2-DEEBA1B85B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p:blipFill>
        <p:spPr bwMode="auto">
          <a:xfrm>
            <a:off x="5107895" y="2155469"/>
            <a:ext cx="6317341" cy="282585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E4D2E5F0-BFE6-4D1F-818C-098D7E2691ED}"/>
              </a:ext>
            </a:extLst>
          </p:cNvPr>
          <p:cNvCxnSpPr>
            <a:stCxn id="5" idx="1"/>
          </p:cNvCxnSpPr>
          <p:nvPr/>
        </p:nvCxnSpPr>
        <p:spPr>
          <a:xfrm>
            <a:off x="5107895" y="3568397"/>
            <a:ext cx="1602076" cy="554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90EFBD9-5BAC-4805-BDB8-CCF00D4F2956}"/>
              </a:ext>
            </a:extLst>
          </p:cNvPr>
          <p:cNvCxnSpPr/>
          <p:nvPr/>
        </p:nvCxnSpPr>
        <p:spPr>
          <a:xfrm flipV="1">
            <a:off x="11091211" y="3111591"/>
            <a:ext cx="0" cy="317409"/>
          </a:xfrm>
          <a:prstGeom prst="straightConnector1">
            <a:avLst/>
          </a:prstGeom>
          <a:ln>
            <a:solidFill>
              <a:srgbClr val="DF675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3CC46D3-FB0C-4157-8D03-C470BAEF938F}"/>
              </a:ext>
            </a:extLst>
          </p:cNvPr>
          <p:cNvSpPr txBox="1"/>
          <p:nvPr/>
        </p:nvSpPr>
        <p:spPr>
          <a:xfrm>
            <a:off x="7223102" y="3325390"/>
            <a:ext cx="157882" cy="103610"/>
          </a:xfrm>
          <a:prstGeom prst="rect">
            <a:avLst/>
          </a:prstGeom>
          <a:effectLst/>
        </p:spPr>
        <p:txBody>
          <a:bodyPr vert="horz" wrap="square" lIns="0" tIns="0" rIns="0" bIns="0" rtlCol="0" anchor="t" anchorCtr="0">
            <a:noAutofit/>
          </a:bodyPr>
          <a:lstStyle/>
          <a:p>
            <a:r>
              <a:rPr lang="en-US" dirty="0">
                <a:solidFill>
                  <a:srgbClr val="5E9695"/>
                </a:solidFill>
              </a:rPr>
              <a:t>r</a:t>
            </a:r>
            <a:endParaRPr lang="da-DK" dirty="0">
              <a:solidFill>
                <a:srgbClr val="5E9695"/>
              </a:solidFill>
            </a:endParaRPr>
          </a:p>
        </p:txBody>
      </p:sp>
      <p:sp>
        <p:nvSpPr>
          <p:cNvPr id="9" name="TextBox 8">
            <a:extLst>
              <a:ext uri="{FF2B5EF4-FFF2-40B4-BE49-F238E27FC236}">
                <a16:creationId xmlns:a16="http://schemas.microsoft.com/office/drawing/2014/main" id="{D6B207D5-7A7F-4C97-8D6E-26DEC49EAB0E}"/>
              </a:ext>
            </a:extLst>
          </p:cNvPr>
          <p:cNvSpPr txBox="1"/>
          <p:nvPr/>
        </p:nvSpPr>
        <p:spPr>
          <a:xfrm>
            <a:off x="11188414" y="3059786"/>
            <a:ext cx="157882" cy="103610"/>
          </a:xfrm>
          <a:prstGeom prst="rect">
            <a:avLst/>
          </a:prstGeom>
          <a:effectLst/>
        </p:spPr>
        <p:txBody>
          <a:bodyPr vert="horz" wrap="square" lIns="0" tIns="0" rIns="0" bIns="0" rtlCol="0" anchor="t" anchorCtr="0">
            <a:noAutofit/>
          </a:bodyPr>
          <a:lstStyle/>
          <a:p>
            <a:r>
              <a:rPr lang="en-US" dirty="0">
                <a:solidFill>
                  <a:srgbClr val="DF6752"/>
                </a:solidFill>
              </a:rPr>
              <a:t>a</a:t>
            </a:r>
            <a:endParaRPr lang="da-DK" dirty="0">
              <a:solidFill>
                <a:srgbClr val="DF6752"/>
              </a:solidFill>
            </a:endParaRPr>
          </a:p>
        </p:txBody>
      </p:sp>
      <p:cxnSp>
        <p:nvCxnSpPr>
          <p:cNvPr id="10" name="Straight Connector 9">
            <a:extLst>
              <a:ext uri="{FF2B5EF4-FFF2-40B4-BE49-F238E27FC236}">
                <a16:creationId xmlns:a16="http://schemas.microsoft.com/office/drawing/2014/main" id="{0B8E66B5-4D33-499B-9C2F-7054EFB66A40}"/>
              </a:ext>
            </a:extLst>
          </p:cNvPr>
          <p:cNvCxnSpPr>
            <a:stCxn id="5" idx="1"/>
          </p:cNvCxnSpPr>
          <p:nvPr/>
        </p:nvCxnSpPr>
        <p:spPr>
          <a:xfrm>
            <a:off x="5107895" y="3568397"/>
            <a:ext cx="5780535" cy="385568"/>
          </a:xfrm>
          <a:prstGeom prst="line">
            <a:avLst/>
          </a:prstGeom>
        </p:spPr>
        <p:style>
          <a:lnRef idx="1">
            <a:schemeClr val="dk1"/>
          </a:lnRef>
          <a:fillRef idx="0">
            <a:schemeClr val="dk1"/>
          </a:fillRef>
          <a:effectRef idx="0">
            <a:schemeClr val="dk1"/>
          </a:effectRef>
          <a:fontRef idx="minor">
            <a:schemeClr val="tx1"/>
          </a:fontRef>
        </p:style>
      </p:cxnSp>
      <p:sp>
        <p:nvSpPr>
          <p:cNvPr id="11" name="Text Placeholder 3">
            <a:extLst>
              <a:ext uri="{FF2B5EF4-FFF2-40B4-BE49-F238E27FC236}">
                <a16:creationId xmlns:a16="http://schemas.microsoft.com/office/drawing/2014/main" id="{C430FC59-8C97-4F2E-A3EB-CE8B4F46CF49}"/>
              </a:ext>
            </a:extLst>
          </p:cNvPr>
          <p:cNvSpPr txBox="1">
            <a:spLocks/>
          </p:cNvSpPr>
          <p:nvPr/>
        </p:nvSpPr>
        <p:spPr>
          <a:xfrm>
            <a:off x="1070305" y="1722336"/>
            <a:ext cx="5433070" cy="3752115"/>
          </a:xfrm>
          <a:prstGeom prst="rect">
            <a:avLst/>
          </a:prstGeom>
        </p:spPr>
        <p:txBody>
          <a:bodyPr vert="horz" lIns="0" tIns="45720" rIns="0" bIns="45720" rtlCol="0">
            <a:normAutofit/>
          </a:bodyPr>
          <a:lstStyle>
            <a:lvl1pPr marL="285750" indent="-285750" algn="l" defTabSz="914318" rtl="0" eaLnBrk="1" latinLnBrk="0" hangingPunct="1">
              <a:lnSpc>
                <a:spcPct val="100000"/>
              </a:lnSpc>
              <a:spcBef>
                <a:spcPts val="600"/>
              </a:spcBef>
              <a:buFontTx/>
              <a:buBlip>
                <a:blip r:embed="rId4"/>
              </a:buBlip>
              <a:defRPr sz="1600" kern="1200" spc="0" baseline="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4"/>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5"/>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5"/>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5"/>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lvl="1"/>
            <a:endParaRPr lang="da-DK" dirty="0"/>
          </a:p>
        </p:txBody>
      </p:sp>
    </p:spTree>
    <p:extLst>
      <p:ext uri="{BB962C8B-B14F-4D97-AF65-F5344CB8AC3E}">
        <p14:creationId xmlns:p14="http://schemas.microsoft.com/office/powerpoint/2010/main" val="2478425941"/>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5CAF8D"/>
      </a:accent1>
      <a:accent2>
        <a:srgbClr val="B19335"/>
      </a:accent2>
      <a:accent3>
        <a:srgbClr val="E78293"/>
      </a:accent3>
      <a:accent4>
        <a:srgbClr val="DF8E2E"/>
      </a:accent4>
      <a:accent5>
        <a:srgbClr val="31A9C1"/>
      </a:accent5>
      <a:accent6>
        <a:srgbClr val="CC8B66"/>
      </a:accent6>
      <a:hlink>
        <a:srgbClr val="9B95D9"/>
      </a:hlink>
      <a:folHlink>
        <a:srgbClr val="DEDCF2"/>
      </a:folHlink>
    </a:clrScheme>
    <a:fontScheme name="AAU">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effectLst/>
      </a:spPr>
      <a:bodyPr vert="horz" lIns="0" tIns="0" rIns="0" bIns="0" rtlCol="0" anchor="t" anchorCtr="0">
        <a:noAutofit/>
      </a:bodyPr>
      <a:lstStyle>
        <a:defPPr>
          <a:defRPr dirty="0" smtClean="0"/>
        </a:defPPr>
      </a:lstStyle>
    </a:txDef>
  </a:objectDefaults>
  <a:extraClrSchemeLst/>
  <a:extLst>
    <a:ext uri="{05A4C25C-085E-4340-85A3-A5531E510DB2}">
      <thm15:themeFamily xmlns:thm15="http://schemas.microsoft.com/office/thememl/2012/main" name="941782_aau-16_9-arial-uk.potx" id="{E17ACC3C-5C62-41AA-845D-014E7E1A038F}" vid="{627200B1-BABE-4B68-965C-36F09E334A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603602-65E0-48FA-BF06-563C46D1CC25}">
  <ds:schemaRefs>
    <ds:schemaRef ds:uri="http://purl.org/dc/dcmitype/"/>
    <ds:schemaRef ds:uri="http://schemas.openxmlformats.org/package/2006/metadata/core-properties"/>
    <ds:schemaRef ds:uri="http://schemas.microsoft.com/office/2006/metadata/properties"/>
    <ds:schemaRef ds:uri="http://schemas.microsoft.com/office/infopath/2007/PartnerControls"/>
    <ds:schemaRef ds:uri="1790affa-1f64-4e58-8dd7-745390e575dd"/>
    <ds:schemaRef ds:uri="http://www.w3.org/XML/1998/namespace"/>
    <ds:schemaRef ds:uri="http://schemas.microsoft.com/office/2006/documentManagement/types"/>
    <ds:schemaRef ds:uri="http://purl.org/dc/terms/"/>
    <ds:schemaRef ds:uri="http://purl.org/dc/elements/1.1/"/>
    <ds:schemaRef ds:uri="5eaab4c3-db73-4b93-9200-350b498c50e8"/>
  </ds:schemaRefs>
</ds:datastoreItem>
</file>

<file path=customXml/itemProps2.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1582</TotalTime>
  <Words>1765</Words>
  <Application>Microsoft Office PowerPoint</Application>
  <PresentationFormat>Widescreen</PresentationFormat>
  <Paragraphs>311</Paragraphs>
  <Slides>35</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Barlow</vt:lpstr>
      <vt:lpstr>Calibri</vt:lpstr>
      <vt:lpstr>Cambria Math</vt:lpstr>
      <vt:lpstr>Wingdings</vt:lpstr>
      <vt:lpstr>AAU PowerPoint</vt:lpstr>
      <vt:lpstr>Cell Basis of contraction –  Cardiac Work –  Hemodynamics</vt:lpstr>
      <vt:lpstr>Abbreviations </vt:lpstr>
      <vt:lpstr>Agenda</vt:lpstr>
      <vt:lpstr>Cardiac Contractility The cardiac cell</vt:lpstr>
      <vt:lpstr>Cardiac Contractility The cardiac cell</vt:lpstr>
      <vt:lpstr>Cardiac Contractility The cardiac cell</vt:lpstr>
      <vt:lpstr>The cardiac cell</vt:lpstr>
      <vt:lpstr>Contractile force with respect to myocyte length</vt:lpstr>
      <vt:lpstr>Ca^(2+) transport in the cardiomyocytes</vt:lpstr>
      <vt:lpstr>What regulates cardiac contractility?</vt:lpstr>
      <vt:lpstr>Cardiac Contraction Strength</vt:lpstr>
      <vt:lpstr>Cardiac Contractility </vt:lpstr>
      <vt:lpstr>Heart Rate Regulation </vt:lpstr>
      <vt:lpstr>ATP production</vt:lpstr>
      <vt:lpstr>PowerPoint Presentation</vt:lpstr>
      <vt:lpstr>Agenda</vt:lpstr>
      <vt:lpstr>Cardiac function curve</vt:lpstr>
      <vt:lpstr>Cardiac function curve</vt:lpstr>
      <vt:lpstr>Agenda</vt:lpstr>
      <vt:lpstr>Preload vs Afterload</vt:lpstr>
      <vt:lpstr>Cardiac function curve Preload </vt:lpstr>
      <vt:lpstr>Cardiac function curve Afterload</vt:lpstr>
      <vt:lpstr>Cardiac function curve </vt:lpstr>
      <vt:lpstr>What is the overall effect of Cardiac Work when increasing preload?</vt:lpstr>
      <vt:lpstr>Cardiac Contraction Strength</vt:lpstr>
      <vt:lpstr>Agenda</vt:lpstr>
      <vt:lpstr>Measuring Cardiac Output HISTORY TIME !</vt:lpstr>
      <vt:lpstr>Hemodynamics relationships</vt:lpstr>
      <vt:lpstr>End Pressure vs Lateral Pressure</vt:lpstr>
      <vt:lpstr>End Pressure vs Lateral Pressure</vt:lpstr>
      <vt:lpstr>The Bernoulli Principle</vt:lpstr>
      <vt:lpstr>Pulse Pressure</vt:lpstr>
      <vt:lpstr>Pulse pressure and stroke volume</vt:lpstr>
      <vt:lpstr>Poiseuille’s Law for approximating flow</vt:lpstr>
      <vt:lpstr>Poiseuille’s Law for approximating flow</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NAME OF PRESENTATION</dc:title>
  <dc:creator>Søren Emil Søe Degn</dc:creator>
  <cp:lastModifiedBy>Martin Siemienski Andersen</cp:lastModifiedBy>
  <cp:revision>36</cp:revision>
  <cp:lastPrinted>2017-03-09T03:48:56Z</cp:lastPrinted>
  <dcterms:created xsi:type="dcterms:W3CDTF">2021-01-14T06:36:50Z</dcterms:created>
  <dcterms:modified xsi:type="dcterms:W3CDTF">2025-11-19T10:18:23Z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